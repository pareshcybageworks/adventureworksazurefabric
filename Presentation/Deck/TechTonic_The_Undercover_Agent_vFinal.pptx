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66" r:id="rId5"/>
    <p:sldId id="297" r:id="rId6"/>
    <p:sldId id="298" r:id="rId7"/>
    <p:sldId id="299" r:id="rId8"/>
    <p:sldId id="300" r:id="rId9"/>
    <p:sldId id="302" r:id="rId10"/>
    <p:sldId id="301" r:id="rId11"/>
    <p:sldId id="328" r:id="rId12"/>
    <p:sldId id="306" r:id="rId13"/>
    <p:sldId id="305" r:id="rId14"/>
    <p:sldId id="304" r:id="rId15"/>
    <p:sldId id="329" r:id="rId16"/>
    <p:sldId id="307" r:id="rId17"/>
    <p:sldId id="309" r:id="rId18"/>
    <p:sldId id="308" r:id="rId19"/>
    <p:sldId id="330" r:id="rId20"/>
    <p:sldId id="310" r:id="rId21"/>
    <p:sldId id="312" r:id="rId22"/>
    <p:sldId id="311" r:id="rId23"/>
    <p:sldId id="331" r:id="rId24"/>
    <p:sldId id="313" r:id="rId25"/>
    <p:sldId id="315" r:id="rId26"/>
    <p:sldId id="332" r:id="rId27"/>
    <p:sldId id="316" r:id="rId28"/>
    <p:sldId id="318" r:id="rId29"/>
    <p:sldId id="319" r:id="rId30"/>
    <p:sldId id="336" r:id="rId31"/>
    <p:sldId id="333" r:id="rId32"/>
    <p:sldId id="321" r:id="rId33"/>
    <p:sldId id="322" r:id="rId34"/>
    <p:sldId id="323" r:id="rId35"/>
    <p:sldId id="324" r:id="rId36"/>
    <p:sldId id="325" r:id="rId37"/>
    <p:sldId id="335" r:id="rId38"/>
    <p:sldId id="326" r:id="rId39"/>
    <p:sldId id="334" r:id="rId40"/>
    <p:sldId id="337" r:id="rId41"/>
    <p:sldId id="259" r:id="rId42"/>
    <p:sldId id="32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333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D608"/>
    <a:srgbClr val="075D4B"/>
    <a:srgbClr val="0B57BD"/>
    <a:srgbClr val="06A273"/>
    <a:srgbClr val="084088"/>
    <a:srgbClr val="002060"/>
    <a:srgbClr val="06221C"/>
    <a:srgbClr val="6B270D"/>
    <a:srgbClr val="F2E3C2"/>
    <a:srgbClr val="F8F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ABB2A-4856-45F3-8436-FEAB049ADFE7}" v="18" dt="2026-07-28T07:31:38.020"/>
    <p1510:client id="{57B91DE3-D00D-42CA-8987-181F2F06FB56}" v="573" dt="2026-07-27T13:59:29.916"/>
    <p1510:client id="{B5E7B859-9871-4E42-8F45-782FA0817EA6}" v="5" dt="2026-07-27T13:52:38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30" y="846"/>
      </p:cViewPr>
      <p:guideLst>
        <p:guide pos="733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tnu Kumar" userId="53625017-8eab-4b21-8418-9e7e3996ba55" providerId="ADAL" clId="{4E1F7C8C-3113-453A-8D6E-8DB244C17C0D}"/>
    <pc:docChg chg="undo custSel addSld delSld modSld sldOrd">
      <pc:chgData name="Shantnu Kumar" userId="53625017-8eab-4b21-8418-9e7e3996ba55" providerId="ADAL" clId="{4E1F7C8C-3113-453A-8D6E-8DB244C17C0D}" dt="2026-07-27T13:59:29.916" v="566"/>
      <pc:docMkLst>
        <pc:docMk/>
      </pc:docMkLst>
      <pc:sldChg chg="addSp delSp modSp mod delAnim modAnim">
        <pc:chgData name="Shantnu Kumar" userId="53625017-8eab-4b21-8418-9e7e3996ba55" providerId="ADAL" clId="{4E1F7C8C-3113-453A-8D6E-8DB244C17C0D}" dt="2026-07-27T13:50:22.816" v="538" actId="478"/>
        <pc:sldMkLst>
          <pc:docMk/>
          <pc:sldMk cId="729057294" sldId="325"/>
        </pc:sldMkLst>
        <pc:spChg chg="add del mod topLvl">
          <ac:chgData name="Shantnu Kumar" userId="53625017-8eab-4b21-8418-9e7e3996ba55" providerId="ADAL" clId="{4E1F7C8C-3113-453A-8D6E-8DB244C17C0D}" dt="2026-07-27T13:38:39.936" v="347" actId="478"/>
          <ac:spMkLst>
            <pc:docMk/>
            <pc:sldMk cId="729057294" sldId="325"/>
            <ac:spMk id="5" creationId="{807D3C10-FE66-7ECC-1891-CB12484F75B9}"/>
          </ac:spMkLst>
        </pc:spChg>
        <pc:spChg chg="add del mod topLvl">
          <ac:chgData name="Shantnu Kumar" userId="53625017-8eab-4b21-8418-9e7e3996ba55" providerId="ADAL" clId="{4E1F7C8C-3113-453A-8D6E-8DB244C17C0D}" dt="2026-07-27T13:39:39.749" v="368" actId="478"/>
          <ac:spMkLst>
            <pc:docMk/>
            <pc:sldMk cId="729057294" sldId="325"/>
            <ac:spMk id="6" creationId="{7212D596-63EA-2C4B-DEDF-3716A7921A80}"/>
          </ac:spMkLst>
        </pc:spChg>
        <pc:spChg chg="add del mod topLvl">
          <ac:chgData name="Shantnu Kumar" userId="53625017-8eab-4b21-8418-9e7e3996ba55" providerId="ADAL" clId="{4E1F7C8C-3113-453A-8D6E-8DB244C17C0D}" dt="2026-07-27T13:47:53.890" v="518" actId="478"/>
          <ac:spMkLst>
            <pc:docMk/>
            <pc:sldMk cId="729057294" sldId="325"/>
            <ac:spMk id="7" creationId="{9CEF77B4-0A7E-F80D-791F-9189C9362816}"/>
          </ac:spMkLst>
        </pc:spChg>
        <pc:spChg chg="add del mod topLvl">
          <ac:chgData name="Shantnu Kumar" userId="53625017-8eab-4b21-8418-9e7e3996ba55" providerId="ADAL" clId="{4E1F7C8C-3113-453A-8D6E-8DB244C17C0D}" dt="2026-07-27T13:42:51.476" v="432" actId="478"/>
          <ac:spMkLst>
            <pc:docMk/>
            <pc:sldMk cId="729057294" sldId="325"/>
            <ac:spMk id="8" creationId="{C0965906-42C3-C6A1-C444-884A91895D1F}"/>
          </ac:spMkLst>
        </pc:spChg>
        <pc:spChg chg="add del mod topLvl">
          <ac:chgData name="Shantnu Kumar" userId="53625017-8eab-4b21-8418-9e7e3996ba55" providerId="ADAL" clId="{4E1F7C8C-3113-453A-8D6E-8DB244C17C0D}" dt="2026-07-27T13:47:22.022" v="506" actId="478"/>
          <ac:spMkLst>
            <pc:docMk/>
            <pc:sldMk cId="729057294" sldId="325"/>
            <ac:spMk id="9" creationId="{3E4BE0AE-38F5-77EC-6722-FFBA6B34957F}"/>
          </ac:spMkLst>
        </pc:spChg>
        <pc:spChg chg="add del mod topLvl">
          <ac:chgData name="Shantnu Kumar" userId="53625017-8eab-4b21-8418-9e7e3996ba55" providerId="ADAL" clId="{4E1F7C8C-3113-453A-8D6E-8DB244C17C0D}" dt="2026-07-27T13:43:36.565" v="446" actId="478"/>
          <ac:spMkLst>
            <pc:docMk/>
            <pc:sldMk cId="729057294" sldId="325"/>
            <ac:spMk id="11" creationId="{E92DD1AB-F5D6-C2A4-973C-59D3E5A90707}"/>
          </ac:spMkLst>
        </pc:spChg>
        <pc:spChg chg="add del mod topLvl">
          <ac:chgData name="Shantnu Kumar" userId="53625017-8eab-4b21-8418-9e7e3996ba55" providerId="ADAL" clId="{4E1F7C8C-3113-453A-8D6E-8DB244C17C0D}" dt="2026-07-27T13:44:03.084" v="453" actId="478"/>
          <ac:spMkLst>
            <pc:docMk/>
            <pc:sldMk cId="729057294" sldId="325"/>
            <ac:spMk id="12" creationId="{71810325-1055-C355-DEBB-EFF8E6B023FC}"/>
          </ac:spMkLst>
        </pc:spChg>
        <pc:spChg chg="add del mod topLvl">
          <ac:chgData name="Shantnu Kumar" userId="53625017-8eab-4b21-8418-9e7e3996ba55" providerId="ADAL" clId="{4E1F7C8C-3113-453A-8D6E-8DB244C17C0D}" dt="2026-07-27T13:46:37.904" v="486" actId="478"/>
          <ac:spMkLst>
            <pc:docMk/>
            <pc:sldMk cId="729057294" sldId="325"/>
            <ac:spMk id="13" creationId="{FD5FC8FD-57BC-F28D-50E5-B0D48F2045F0}"/>
          </ac:spMkLst>
        </pc:spChg>
        <pc:spChg chg="add del mod topLvl">
          <ac:chgData name="Shantnu Kumar" userId="53625017-8eab-4b21-8418-9e7e3996ba55" providerId="ADAL" clId="{4E1F7C8C-3113-453A-8D6E-8DB244C17C0D}" dt="2026-07-27T13:45:28.777" v="473" actId="478"/>
          <ac:spMkLst>
            <pc:docMk/>
            <pc:sldMk cId="729057294" sldId="325"/>
            <ac:spMk id="15" creationId="{41EE7756-E30F-8D4F-E5B3-C20314D1E0CD}"/>
          </ac:spMkLst>
        </pc:spChg>
        <pc:spChg chg="add del mod topLvl">
          <ac:chgData name="Shantnu Kumar" userId="53625017-8eab-4b21-8418-9e7e3996ba55" providerId="ADAL" clId="{4E1F7C8C-3113-453A-8D6E-8DB244C17C0D}" dt="2026-07-27T13:44:52.746" v="464" actId="478"/>
          <ac:spMkLst>
            <pc:docMk/>
            <pc:sldMk cId="729057294" sldId="325"/>
            <ac:spMk id="16" creationId="{15751BF6-A7C1-AB24-9822-753BC728E75D}"/>
          </ac:spMkLst>
        </pc:spChg>
        <pc:spChg chg="add mod">
          <ac:chgData name="Shantnu Kumar" userId="53625017-8eab-4b21-8418-9e7e3996ba55" providerId="ADAL" clId="{4E1F7C8C-3113-453A-8D6E-8DB244C17C0D}" dt="2026-07-27T13:38:24.206" v="343" actId="1076"/>
          <ac:spMkLst>
            <pc:docMk/>
            <pc:sldMk cId="729057294" sldId="325"/>
            <ac:spMk id="22" creationId="{53BA91D8-0D8F-716C-72DB-AB718FC56932}"/>
          </ac:spMkLst>
        </pc:spChg>
        <pc:spChg chg="add mod">
          <ac:chgData name="Shantnu Kumar" userId="53625017-8eab-4b21-8418-9e7e3996ba55" providerId="ADAL" clId="{4E1F7C8C-3113-453A-8D6E-8DB244C17C0D}" dt="2026-07-27T13:38:36.571" v="345" actId="14100"/>
          <ac:spMkLst>
            <pc:docMk/>
            <pc:sldMk cId="729057294" sldId="325"/>
            <ac:spMk id="24" creationId="{12E1FD5C-F57F-A389-A8EB-3D7662B03318}"/>
          </ac:spMkLst>
        </pc:spChg>
        <pc:spChg chg="add mod">
          <ac:chgData name="Shantnu Kumar" userId="53625017-8eab-4b21-8418-9e7e3996ba55" providerId="ADAL" clId="{4E1F7C8C-3113-453A-8D6E-8DB244C17C0D}" dt="2026-07-27T13:39:36.801" v="366" actId="14100"/>
          <ac:spMkLst>
            <pc:docMk/>
            <pc:sldMk cId="729057294" sldId="325"/>
            <ac:spMk id="28" creationId="{97398E25-0F41-EFBE-DB35-15C53D5485F3}"/>
          </ac:spMkLst>
        </pc:spChg>
        <pc:spChg chg="add mod">
          <ac:chgData name="Shantnu Kumar" userId="53625017-8eab-4b21-8418-9e7e3996ba55" providerId="ADAL" clId="{4E1F7C8C-3113-453A-8D6E-8DB244C17C0D}" dt="2026-07-27T13:39:25.132" v="359" actId="1037"/>
          <ac:spMkLst>
            <pc:docMk/>
            <pc:sldMk cId="729057294" sldId="325"/>
            <ac:spMk id="30" creationId="{71631C67-62EE-5C1F-EB9F-A60ADDA938E7}"/>
          </ac:spMkLst>
        </pc:spChg>
        <pc:spChg chg="add del mod">
          <ac:chgData name="Shantnu Kumar" userId="53625017-8eab-4b21-8418-9e7e3996ba55" providerId="ADAL" clId="{4E1F7C8C-3113-453A-8D6E-8DB244C17C0D}" dt="2026-07-27T13:42:49.737" v="431" actId="21"/>
          <ac:spMkLst>
            <pc:docMk/>
            <pc:sldMk cId="729057294" sldId="325"/>
            <ac:spMk id="32" creationId="{FFCA9A9E-2597-1FA9-0FF8-ADBD0841E2DB}"/>
          </ac:spMkLst>
        </pc:spChg>
        <pc:spChg chg="add del mod">
          <ac:chgData name="Shantnu Kumar" userId="53625017-8eab-4b21-8418-9e7e3996ba55" providerId="ADAL" clId="{4E1F7C8C-3113-453A-8D6E-8DB244C17C0D}" dt="2026-07-27T13:42:49.737" v="431" actId="21"/>
          <ac:spMkLst>
            <pc:docMk/>
            <pc:sldMk cId="729057294" sldId="325"/>
            <ac:spMk id="34" creationId="{1CEC112D-05FC-92F6-1706-89DAF8083B65}"/>
          </ac:spMkLst>
        </pc:spChg>
        <pc:spChg chg="add">
          <ac:chgData name="Shantnu Kumar" userId="53625017-8eab-4b21-8418-9e7e3996ba55" providerId="ADAL" clId="{4E1F7C8C-3113-453A-8D6E-8DB244C17C0D}" dt="2026-07-27T13:42:51.917" v="433" actId="22"/>
          <ac:spMkLst>
            <pc:docMk/>
            <pc:sldMk cId="729057294" sldId="325"/>
            <ac:spMk id="36" creationId="{2978701A-73D5-B30F-1DA3-3D0C21585CC6}"/>
          </ac:spMkLst>
        </pc:spChg>
        <pc:spChg chg="add">
          <ac:chgData name="Shantnu Kumar" userId="53625017-8eab-4b21-8418-9e7e3996ba55" providerId="ADAL" clId="{4E1F7C8C-3113-453A-8D6E-8DB244C17C0D}" dt="2026-07-27T13:42:51.917" v="433" actId="22"/>
          <ac:spMkLst>
            <pc:docMk/>
            <pc:sldMk cId="729057294" sldId="325"/>
            <ac:spMk id="38" creationId="{6046AEC0-171A-EDB1-5FF0-FB303A81ADB9}"/>
          </ac:spMkLst>
        </pc:spChg>
        <pc:spChg chg="add del mod">
          <ac:chgData name="Shantnu Kumar" userId="53625017-8eab-4b21-8418-9e7e3996ba55" providerId="ADAL" clId="{4E1F7C8C-3113-453A-8D6E-8DB244C17C0D}" dt="2026-07-27T13:43:34.833" v="445" actId="21"/>
          <ac:spMkLst>
            <pc:docMk/>
            <pc:sldMk cId="729057294" sldId="325"/>
            <ac:spMk id="39" creationId="{5492FE8E-BC8F-E133-24CD-08E21E886E70}"/>
          </ac:spMkLst>
        </pc:spChg>
        <pc:spChg chg="add del mod">
          <ac:chgData name="Shantnu Kumar" userId="53625017-8eab-4b21-8418-9e7e3996ba55" providerId="ADAL" clId="{4E1F7C8C-3113-453A-8D6E-8DB244C17C0D}" dt="2026-07-27T13:43:34.833" v="445" actId="21"/>
          <ac:spMkLst>
            <pc:docMk/>
            <pc:sldMk cId="729057294" sldId="325"/>
            <ac:spMk id="40" creationId="{2383945A-45BE-AC99-7290-0BED6C6177FF}"/>
          </ac:spMkLst>
        </pc:spChg>
        <pc:spChg chg="add">
          <ac:chgData name="Shantnu Kumar" userId="53625017-8eab-4b21-8418-9e7e3996ba55" providerId="ADAL" clId="{4E1F7C8C-3113-453A-8D6E-8DB244C17C0D}" dt="2026-07-27T13:43:36.978" v="447" actId="22"/>
          <ac:spMkLst>
            <pc:docMk/>
            <pc:sldMk cId="729057294" sldId="325"/>
            <ac:spMk id="42" creationId="{8712AE87-3EC3-4492-D0F4-87B066F03A68}"/>
          </ac:spMkLst>
        </pc:spChg>
        <pc:spChg chg="add">
          <ac:chgData name="Shantnu Kumar" userId="53625017-8eab-4b21-8418-9e7e3996ba55" providerId="ADAL" clId="{4E1F7C8C-3113-453A-8D6E-8DB244C17C0D}" dt="2026-07-27T13:43:36.978" v="447" actId="22"/>
          <ac:spMkLst>
            <pc:docMk/>
            <pc:sldMk cId="729057294" sldId="325"/>
            <ac:spMk id="44" creationId="{D4214C94-2D2B-6E73-42E0-E16377F2EFC0}"/>
          </ac:spMkLst>
        </pc:spChg>
        <pc:spChg chg="add del mod">
          <ac:chgData name="Shantnu Kumar" userId="53625017-8eab-4b21-8418-9e7e3996ba55" providerId="ADAL" clId="{4E1F7C8C-3113-453A-8D6E-8DB244C17C0D}" dt="2026-07-27T13:44:01.316" v="452" actId="21"/>
          <ac:spMkLst>
            <pc:docMk/>
            <pc:sldMk cId="729057294" sldId="325"/>
            <ac:spMk id="45" creationId="{A9CF9774-D0AA-EB6C-75DE-AED3219B8314}"/>
          </ac:spMkLst>
        </pc:spChg>
        <pc:spChg chg="add del mod">
          <ac:chgData name="Shantnu Kumar" userId="53625017-8eab-4b21-8418-9e7e3996ba55" providerId="ADAL" clId="{4E1F7C8C-3113-453A-8D6E-8DB244C17C0D}" dt="2026-07-27T13:44:01.316" v="452" actId="21"/>
          <ac:spMkLst>
            <pc:docMk/>
            <pc:sldMk cId="729057294" sldId="325"/>
            <ac:spMk id="46" creationId="{5EBB20F7-F8DB-E8D1-D878-C344D7EF31AB}"/>
          </ac:spMkLst>
        </pc:spChg>
        <pc:spChg chg="add">
          <ac:chgData name="Shantnu Kumar" userId="53625017-8eab-4b21-8418-9e7e3996ba55" providerId="ADAL" clId="{4E1F7C8C-3113-453A-8D6E-8DB244C17C0D}" dt="2026-07-27T13:44:03.785" v="454" actId="22"/>
          <ac:spMkLst>
            <pc:docMk/>
            <pc:sldMk cId="729057294" sldId="325"/>
            <ac:spMk id="48" creationId="{44F7AB58-F580-ABED-FC7E-FAA187EB61A4}"/>
          </ac:spMkLst>
        </pc:spChg>
        <pc:spChg chg="add">
          <ac:chgData name="Shantnu Kumar" userId="53625017-8eab-4b21-8418-9e7e3996ba55" providerId="ADAL" clId="{4E1F7C8C-3113-453A-8D6E-8DB244C17C0D}" dt="2026-07-27T13:44:03.785" v="454" actId="22"/>
          <ac:spMkLst>
            <pc:docMk/>
            <pc:sldMk cId="729057294" sldId="325"/>
            <ac:spMk id="50" creationId="{994CED9A-B088-EA75-E67A-C0344F2E2FA3}"/>
          </ac:spMkLst>
        </pc:spChg>
        <pc:spChg chg="add del mod">
          <ac:chgData name="Shantnu Kumar" userId="53625017-8eab-4b21-8418-9e7e3996ba55" providerId="ADAL" clId="{4E1F7C8C-3113-453A-8D6E-8DB244C17C0D}" dt="2026-07-27T13:44:51.111" v="463" actId="21"/>
          <ac:spMkLst>
            <pc:docMk/>
            <pc:sldMk cId="729057294" sldId="325"/>
            <ac:spMk id="51" creationId="{7B0AC254-8D97-CE1A-F8F8-B259EDFB352F}"/>
          </ac:spMkLst>
        </pc:spChg>
        <pc:spChg chg="add del mod">
          <ac:chgData name="Shantnu Kumar" userId="53625017-8eab-4b21-8418-9e7e3996ba55" providerId="ADAL" clId="{4E1F7C8C-3113-453A-8D6E-8DB244C17C0D}" dt="2026-07-27T13:44:51.111" v="463" actId="21"/>
          <ac:spMkLst>
            <pc:docMk/>
            <pc:sldMk cId="729057294" sldId="325"/>
            <ac:spMk id="52" creationId="{220968DE-7C7A-2D30-FEF6-9BEE68C9B097}"/>
          </ac:spMkLst>
        </pc:spChg>
        <pc:spChg chg="add">
          <ac:chgData name="Shantnu Kumar" userId="53625017-8eab-4b21-8418-9e7e3996ba55" providerId="ADAL" clId="{4E1F7C8C-3113-453A-8D6E-8DB244C17C0D}" dt="2026-07-27T13:44:53.158" v="465" actId="22"/>
          <ac:spMkLst>
            <pc:docMk/>
            <pc:sldMk cId="729057294" sldId="325"/>
            <ac:spMk id="54" creationId="{301262E2-4FA2-18D6-4B3C-7D04DDE88EE4}"/>
          </ac:spMkLst>
        </pc:spChg>
        <pc:spChg chg="add">
          <ac:chgData name="Shantnu Kumar" userId="53625017-8eab-4b21-8418-9e7e3996ba55" providerId="ADAL" clId="{4E1F7C8C-3113-453A-8D6E-8DB244C17C0D}" dt="2026-07-27T13:44:53.158" v="465" actId="22"/>
          <ac:spMkLst>
            <pc:docMk/>
            <pc:sldMk cId="729057294" sldId="325"/>
            <ac:spMk id="56" creationId="{CC3C4463-3BCE-22A2-BEDF-FBBC079CCE07}"/>
          </ac:spMkLst>
        </pc:spChg>
        <pc:spChg chg="add del mod">
          <ac:chgData name="Shantnu Kumar" userId="53625017-8eab-4b21-8418-9e7e3996ba55" providerId="ADAL" clId="{4E1F7C8C-3113-453A-8D6E-8DB244C17C0D}" dt="2026-07-27T13:45:27.041" v="472" actId="21"/>
          <ac:spMkLst>
            <pc:docMk/>
            <pc:sldMk cId="729057294" sldId="325"/>
            <ac:spMk id="57" creationId="{097B1D3D-B88C-99B7-0DE0-0CEB7C43B610}"/>
          </ac:spMkLst>
        </pc:spChg>
        <pc:spChg chg="add del mod">
          <ac:chgData name="Shantnu Kumar" userId="53625017-8eab-4b21-8418-9e7e3996ba55" providerId="ADAL" clId="{4E1F7C8C-3113-453A-8D6E-8DB244C17C0D}" dt="2026-07-27T13:45:27.041" v="472" actId="21"/>
          <ac:spMkLst>
            <pc:docMk/>
            <pc:sldMk cId="729057294" sldId="325"/>
            <ac:spMk id="58" creationId="{49357773-257B-F877-50B0-3D511C035D66}"/>
          </ac:spMkLst>
        </pc:spChg>
        <pc:spChg chg="add">
          <ac:chgData name="Shantnu Kumar" userId="53625017-8eab-4b21-8418-9e7e3996ba55" providerId="ADAL" clId="{4E1F7C8C-3113-453A-8D6E-8DB244C17C0D}" dt="2026-07-27T13:45:29.224" v="474" actId="22"/>
          <ac:spMkLst>
            <pc:docMk/>
            <pc:sldMk cId="729057294" sldId="325"/>
            <ac:spMk id="60" creationId="{42E8BFE4-CE0F-002D-96C9-F1821E0FE38D}"/>
          </ac:spMkLst>
        </pc:spChg>
        <pc:spChg chg="add">
          <ac:chgData name="Shantnu Kumar" userId="53625017-8eab-4b21-8418-9e7e3996ba55" providerId="ADAL" clId="{4E1F7C8C-3113-453A-8D6E-8DB244C17C0D}" dt="2026-07-27T13:45:29.224" v="474" actId="22"/>
          <ac:spMkLst>
            <pc:docMk/>
            <pc:sldMk cId="729057294" sldId="325"/>
            <ac:spMk id="62" creationId="{DE9F65CE-CA00-4AA9-3063-9CFA24AB3542}"/>
          </ac:spMkLst>
        </pc:spChg>
        <pc:spChg chg="add del mod">
          <ac:chgData name="Shantnu Kumar" userId="53625017-8eab-4b21-8418-9e7e3996ba55" providerId="ADAL" clId="{4E1F7C8C-3113-453A-8D6E-8DB244C17C0D}" dt="2026-07-27T13:46:35.828" v="485" actId="21"/>
          <ac:spMkLst>
            <pc:docMk/>
            <pc:sldMk cId="729057294" sldId="325"/>
            <ac:spMk id="63" creationId="{947B1EDE-8ADE-46C4-A9D0-7BC3106DD29B}"/>
          </ac:spMkLst>
        </pc:spChg>
        <pc:spChg chg="add del mod">
          <ac:chgData name="Shantnu Kumar" userId="53625017-8eab-4b21-8418-9e7e3996ba55" providerId="ADAL" clId="{4E1F7C8C-3113-453A-8D6E-8DB244C17C0D}" dt="2026-07-27T13:46:35.828" v="485" actId="21"/>
          <ac:spMkLst>
            <pc:docMk/>
            <pc:sldMk cId="729057294" sldId="325"/>
            <ac:spMk id="64" creationId="{F319FDEA-3CE0-5E98-BB64-9A7F13ED92C3}"/>
          </ac:spMkLst>
        </pc:spChg>
        <pc:spChg chg="add">
          <ac:chgData name="Shantnu Kumar" userId="53625017-8eab-4b21-8418-9e7e3996ba55" providerId="ADAL" clId="{4E1F7C8C-3113-453A-8D6E-8DB244C17C0D}" dt="2026-07-27T13:46:39.148" v="487" actId="22"/>
          <ac:spMkLst>
            <pc:docMk/>
            <pc:sldMk cId="729057294" sldId="325"/>
            <ac:spMk id="66" creationId="{71D7B2D6-7616-1AA7-CC6A-89D832AA322F}"/>
          </ac:spMkLst>
        </pc:spChg>
        <pc:spChg chg="add">
          <ac:chgData name="Shantnu Kumar" userId="53625017-8eab-4b21-8418-9e7e3996ba55" providerId="ADAL" clId="{4E1F7C8C-3113-453A-8D6E-8DB244C17C0D}" dt="2026-07-27T13:46:39.148" v="487" actId="22"/>
          <ac:spMkLst>
            <pc:docMk/>
            <pc:sldMk cId="729057294" sldId="325"/>
            <ac:spMk id="68" creationId="{DDFE5C91-DA90-4D77-97B7-4280F27EA054}"/>
          </ac:spMkLst>
        </pc:spChg>
        <pc:spChg chg="add del">
          <ac:chgData name="Shantnu Kumar" userId="53625017-8eab-4b21-8418-9e7e3996ba55" providerId="ADAL" clId="{4E1F7C8C-3113-453A-8D6E-8DB244C17C0D}" dt="2026-07-27T13:46:45.467" v="489" actId="22"/>
          <ac:spMkLst>
            <pc:docMk/>
            <pc:sldMk cId="729057294" sldId="325"/>
            <ac:spMk id="70" creationId="{3FF4DDDD-6399-D8B2-8726-D36DA800FDEA}"/>
          </ac:spMkLst>
        </pc:spChg>
        <pc:spChg chg="add del">
          <ac:chgData name="Shantnu Kumar" userId="53625017-8eab-4b21-8418-9e7e3996ba55" providerId="ADAL" clId="{4E1F7C8C-3113-453A-8D6E-8DB244C17C0D}" dt="2026-07-27T13:46:45.467" v="489" actId="22"/>
          <ac:spMkLst>
            <pc:docMk/>
            <pc:sldMk cId="729057294" sldId="325"/>
            <ac:spMk id="72" creationId="{5FE250F2-1B2F-AB20-A04B-9912395E6B9D}"/>
          </ac:spMkLst>
        </pc:spChg>
        <pc:spChg chg="add del mod">
          <ac:chgData name="Shantnu Kumar" userId="53625017-8eab-4b21-8418-9e7e3996ba55" providerId="ADAL" clId="{4E1F7C8C-3113-453A-8D6E-8DB244C17C0D}" dt="2026-07-27T13:47:19.675" v="505" actId="21"/>
          <ac:spMkLst>
            <pc:docMk/>
            <pc:sldMk cId="729057294" sldId="325"/>
            <ac:spMk id="73" creationId="{86B67916-79E1-31F7-68B3-84D06DF3FDD4}"/>
          </ac:spMkLst>
        </pc:spChg>
        <pc:spChg chg="add del mod">
          <ac:chgData name="Shantnu Kumar" userId="53625017-8eab-4b21-8418-9e7e3996ba55" providerId="ADAL" clId="{4E1F7C8C-3113-453A-8D6E-8DB244C17C0D}" dt="2026-07-27T13:47:19.675" v="505" actId="21"/>
          <ac:spMkLst>
            <pc:docMk/>
            <pc:sldMk cId="729057294" sldId="325"/>
            <ac:spMk id="74" creationId="{BE0F1B1E-2D1E-74F1-6019-682D2F9D5BBF}"/>
          </ac:spMkLst>
        </pc:spChg>
        <pc:spChg chg="add mod">
          <ac:chgData name="Shantnu Kumar" userId="53625017-8eab-4b21-8418-9e7e3996ba55" providerId="ADAL" clId="{4E1F7C8C-3113-453A-8D6E-8DB244C17C0D}" dt="2026-07-27T13:47:33.923" v="508"/>
          <ac:spMkLst>
            <pc:docMk/>
            <pc:sldMk cId="729057294" sldId="325"/>
            <ac:spMk id="76" creationId="{077F38D4-5F41-8A84-F4E5-910797038439}"/>
          </ac:spMkLst>
        </pc:spChg>
        <pc:spChg chg="add mod">
          <ac:chgData name="Shantnu Kumar" userId="53625017-8eab-4b21-8418-9e7e3996ba55" providerId="ADAL" clId="{4E1F7C8C-3113-453A-8D6E-8DB244C17C0D}" dt="2026-07-27T13:47:39.862" v="510" actId="20577"/>
          <ac:spMkLst>
            <pc:docMk/>
            <pc:sldMk cId="729057294" sldId="325"/>
            <ac:spMk id="78" creationId="{A7D3733A-8C85-1D17-22EA-843C50698381}"/>
          </ac:spMkLst>
        </pc:spChg>
        <pc:spChg chg="add del mod">
          <ac:chgData name="Shantnu Kumar" userId="53625017-8eab-4b21-8418-9e7e3996ba55" providerId="ADAL" clId="{4E1F7C8C-3113-453A-8D6E-8DB244C17C0D}" dt="2026-07-27T13:47:52.337" v="517" actId="21"/>
          <ac:spMkLst>
            <pc:docMk/>
            <pc:sldMk cId="729057294" sldId="325"/>
            <ac:spMk id="80" creationId="{FA3AD840-7919-E355-B0A9-B409B77A572E}"/>
          </ac:spMkLst>
        </pc:spChg>
        <pc:spChg chg="add del mod">
          <ac:chgData name="Shantnu Kumar" userId="53625017-8eab-4b21-8418-9e7e3996ba55" providerId="ADAL" clId="{4E1F7C8C-3113-453A-8D6E-8DB244C17C0D}" dt="2026-07-27T13:47:52.337" v="517" actId="21"/>
          <ac:spMkLst>
            <pc:docMk/>
            <pc:sldMk cId="729057294" sldId="325"/>
            <ac:spMk id="82" creationId="{4D858879-6A54-0380-AF9A-18986F75F460}"/>
          </ac:spMkLst>
        </pc:spChg>
        <pc:spChg chg="add">
          <ac:chgData name="Shantnu Kumar" userId="53625017-8eab-4b21-8418-9e7e3996ba55" providerId="ADAL" clId="{4E1F7C8C-3113-453A-8D6E-8DB244C17C0D}" dt="2026-07-27T13:47:54.292" v="519" actId="22"/>
          <ac:spMkLst>
            <pc:docMk/>
            <pc:sldMk cId="729057294" sldId="325"/>
            <ac:spMk id="84" creationId="{20519544-BD14-EDAF-B53C-BE5FDAFF4E32}"/>
          </ac:spMkLst>
        </pc:spChg>
        <pc:spChg chg="add">
          <ac:chgData name="Shantnu Kumar" userId="53625017-8eab-4b21-8418-9e7e3996ba55" providerId="ADAL" clId="{4E1F7C8C-3113-453A-8D6E-8DB244C17C0D}" dt="2026-07-27T13:47:54.292" v="519" actId="22"/>
          <ac:spMkLst>
            <pc:docMk/>
            <pc:sldMk cId="729057294" sldId="325"/>
            <ac:spMk id="86" creationId="{63C898C2-239D-AD04-B0F8-89B5ECD08B62}"/>
          </ac:spMkLst>
        </pc:spChg>
        <pc:grpChg chg="mod">
          <ac:chgData name="Shantnu Kumar" userId="53625017-8eab-4b21-8418-9e7e3996ba55" providerId="ADAL" clId="{4E1F7C8C-3113-453A-8D6E-8DB244C17C0D}" dt="2026-07-27T13:23:45.673" v="79" actId="14100"/>
          <ac:grpSpMkLst>
            <pc:docMk/>
            <pc:sldMk cId="729057294" sldId="325"/>
            <ac:grpSpMk id="18" creationId="{BBB168EF-ECC4-7290-884B-462615E8A4D1}"/>
          </ac:grpSpMkLst>
        </pc:grpChg>
        <pc:grpChg chg="mod">
          <ac:chgData name="Shantnu Kumar" userId="53625017-8eab-4b21-8418-9e7e3996ba55" providerId="ADAL" clId="{4E1F7C8C-3113-453A-8D6E-8DB244C17C0D}" dt="2026-07-27T13:24:10.882" v="84" actId="1076"/>
          <ac:grpSpMkLst>
            <pc:docMk/>
            <pc:sldMk cId="729057294" sldId="325"/>
            <ac:grpSpMk id="19" creationId="{39A74463-C403-EAB4-FD27-F80D8CA1E794}"/>
          </ac:grpSpMkLst>
        </pc:grpChg>
        <pc:grpChg chg="mod">
          <ac:chgData name="Shantnu Kumar" userId="53625017-8eab-4b21-8418-9e7e3996ba55" providerId="ADAL" clId="{4E1F7C8C-3113-453A-8D6E-8DB244C17C0D}" dt="2026-07-27T13:25:24.755" v="102" actId="1076"/>
          <ac:grpSpMkLst>
            <pc:docMk/>
            <pc:sldMk cId="729057294" sldId="325"/>
            <ac:grpSpMk id="20" creationId="{1F32917C-B130-35F2-5D96-AC0DE5FC3C82}"/>
          </ac:grpSpMkLst>
        </pc:grpChg>
        <pc:graphicFrameChg chg="del mod modGraphic">
          <ac:chgData name="Shantnu Kumar" userId="53625017-8eab-4b21-8418-9e7e3996ba55" providerId="ADAL" clId="{4E1F7C8C-3113-453A-8D6E-8DB244C17C0D}" dt="2026-07-27T13:23:32.220" v="75" actId="478"/>
          <ac:graphicFrameMkLst>
            <pc:docMk/>
            <pc:sldMk cId="729057294" sldId="325"/>
            <ac:graphicFrameMk id="4" creationId="{D61682E5-65E6-33EB-2F57-989E3045C159}"/>
          </ac:graphicFrameMkLst>
        </pc:graphicFrameChg>
        <pc:picChg chg="del">
          <ac:chgData name="Shantnu Kumar" userId="53625017-8eab-4b21-8418-9e7e3996ba55" providerId="ADAL" clId="{4E1F7C8C-3113-453A-8D6E-8DB244C17C0D}" dt="2026-07-27T13:50:22.816" v="538" actId="478"/>
          <ac:picMkLst>
            <pc:docMk/>
            <pc:sldMk cId="729057294" sldId="325"/>
            <ac:picMk id="2" creationId="{65DEDBFE-7DC6-A9B6-A9BA-7CE57CFBBAE5}"/>
          </ac:picMkLst>
        </pc:picChg>
      </pc:sldChg>
      <pc:sldChg chg="addSp delSp modSp add del mod ord modTransition modClrScheme delAnim modAnim chgLayout">
        <pc:chgData name="Shantnu Kumar" userId="53625017-8eab-4b21-8418-9e7e3996ba55" providerId="ADAL" clId="{4E1F7C8C-3113-453A-8D6E-8DB244C17C0D}" dt="2026-07-27T13:59:29.916" v="566"/>
        <pc:sldMkLst>
          <pc:docMk/>
          <pc:sldMk cId="1373038571" sldId="326"/>
        </pc:sldMkLst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4" creationId="{0AA14DA8-4451-C7D7-15D3-49A6FDA37FD3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6" creationId="{9A954AE2-DA58-0124-4A76-BBDDC34769D4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8" creationId="{F5ACB1E6-82B8-4744-4ED2-1216C2E53929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11" creationId="{C57E2EF0-F18F-407C-2CBB-BC36EDB0A87C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13" creationId="{AE077D38-6833-A22E-D902-78C71C099FF4}"/>
          </ac:spMkLst>
        </pc:spChg>
        <pc:spChg chg="add del">
          <ac:chgData name="Shantnu Kumar" userId="53625017-8eab-4b21-8418-9e7e3996ba55" providerId="ADAL" clId="{4E1F7C8C-3113-453A-8D6E-8DB244C17C0D}" dt="2026-07-27T13:41:24.021" v="408" actId="478"/>
          <ac:spMkLst>
            <pc:docMk/>
            <pc:sldMk cId="1373038571" sldId="326"/>
            <ac:spMk id="14" creationId="{4EBB4E62-F4CA-D901-5412-2F7488D3ED05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16" creationId="{B8A29DF4-B0FE-26B5-183F-29954597CAF1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19" creationId="{27AE2AF4-719F-A09D-F564-325BBAE155B1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21" creationId="{4250F6F2-7D52-2502-5B6D-E3E1CE989224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23" creationId="{E2698000-6477-C89A-618C-ABA481612B26}"/>
          </ac:spMkLst>
        </pc:spChg>
        <pc:spChg chg="add del mod">
          <ac:chgData name="Shantnu Kumar" userId="53625017-8eab-4b21-8418-9e7e3996ba55" providerId="ADAL" clId="{4E1F7C8C-3113-453A-8D6E-8DB244C17C0D}" dt="2026-07-27T13:30:56.212" v="178" actId="478"/>
          <ac:spMkLst>
            <pc:docMk/>
            <pc:sldMk cId="1373038571" sldId="326"/>
            <ac:spMk id="26" creationId="{47B1DC36-CBA3-9249-B865-586EB8A68B03}"/>
          </ac:spMkLst>
        </pc:spChg>
        <pc:spChg chg="add 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30" creationId="{21ED5B3E-B0FC-9D93-3AF7-2CD209DD1673}"/>
          </ac:spMkLst>
        </pc:spChg>
        <pc:spChg chg="add 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34" creationId="{85FCD742-BDE3-AB3D-44D4-806F0E9F9CC6}"/>
          </ac:spMkLst>
        </pc:spChg>
        <pc:spChg chg="add 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36" creationId="{916BB592-A9A7-32A0-697F-0A83462E53A0}"/>
          </ac:spMkLst>
        </pc:spChg>
        <pc:spChg chg="add 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38" creationId="{89414605-6C79-0ACD-F7B8-FE2BC68313FC}"/>
          </ac:spMkLst>
        </pc:spChg>
        <pc:spChg chg="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40" creationId="{7C7E94DE-B8E3-B98C-C8AF-C56786C0CBF6}"/>
          </ac:spMkLst>
        </pc:spChg>
        <pc:spChg chg="add 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42" creationId="{7C7A1BB8-A3AF-8ABE-FD57-AD8E24487DA4}"/>
          </ac:spMkLst>
        </pc:spChg>
        <pc:spChg chg="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44" creationId="{86712C24-EFEF-2D1F-1105-511C58BCC69F}"/>
          </ac:spMkLst>
        </pc:spChg>
        <pc:spChg chg="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46" creationId="{35359DED-33CD-C906-6A29-AEAD560EB2D5}"/>
          </ac:spMkLst>
        </pc:spChg>
        <pc:spChg chg="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48" creationId="{8E71D1CE-BA15-3256-61EF-1EB6547C24B5}"/>
          </ac:spMkLst>
        </pc:spChg>
        <pc:spChg chg="add 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50" creationId="{E09D4229-D98E-A706-540D-BE092B5F520B}"/>
          </ac:spMkLst>
        </pc:spChg>
        <pc:spChg chg="del">
          <ac:chgData name="Shantnu Kumar" userId="53625017-8eab-4b21-8418-9e7e3996ba55" providerId="ADAL" clId="{4E1F7C8C-3113-453A-8D6E-8DB244C17C0D}" dt="2026-07-27T13:31:08.663" v="180" actId="478"/>
          <ac:spMkLst>
            <pc:docMk/>
            <pc:sldMk cId="1373038571" sldId="326"/>
            <ac:spMk id="52" creationId="{37C10CCD-D1B7-187D-4D39-1471C5D9F97F}"/>
          </ac:spMkLst>
        </pc:spChg>
        <pc:spChg chg="add 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54" creationId="{7207F400-AA63-B5DD-534A-BC1C82B43D4D}"/>
          </ac:spMkLst>
        </pc:spChg>
        <pc:spChg chg="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56" creationId="{13DE5AFE-65A6-2036-0937-8C21C88D64B1}"/>
          </ac:spMkLst>
        </pc:spChg>
        <pc:spChg chg="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58" creationId="{E2CDB18B-BB36-E152-D05D-D0C1092EA72E}"/>
          </ac:spMkLst>
        </pc:spChg>
        <pc:spChg chg="add 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60" creationId="{D8560CB8-3EAE-6DF5-5D8E-1F27A61CFC42}"/>
          </ac:spMkLst>
        </pc:spChg>
        <pc:spChg chg="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62" creationId="{F8DF8B31-9A3E-72CB-7204-7577209457A1}"/>
          </ac:spMkLst>
        </pc:spChg>
        <pc:spChg chg="add 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64" creationId="{A73AC21B-BDF7-FC54-E31D-4B5B162A3465}"/>
          </ac:spMkLst>
        </pc:spChg>
        <pc:spChg chg="add 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66" creationId="{53C9E0AF-9478-B61F-0119-1FC2BF206D07}"/>
          </ac:spMkLst>
        </pc:spChg>
        <pc:spChg chg="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68" creationId="{118B8F46-BE00-8291-3D1B-C6E8D7BC1849}"/>
          </ac:spMkLst>
        </pc:spChg>
        <pc:spChg chg="mod topLvl">
          <ac:chgData name="Shantnu Kumar" userId="53625017-8eab-4b21-8418-9e7e3996ba55" providerId="ADAL" clId="{4E1F7C8C-3113-453A-8D6E-8DB244C17C0D}" dt="2026-07-27T13:41:33.871" v="409" actId="207"/>
          <ac:spMkLst>
            <pc:docMk/>
            <pc:sldMk cId="1373038571" sldId="326"/>
            <ac:spMk id="70" creationId="{7AA64754-6073-910B-06C1-36E12857B5EE}"/>
          </ac:spMkLst>
        </pc:spChg>
        <pc:spChg chg="add mod ord">
          <ac:chgData name="Shantnu Kumar" userId="53625017-8eab-4b21-8418-9e7e3996ba55" providerId="ADAL" clId="{4E1F7C8C-3113-453A-8D6E-8DB244C17C0D}" dt="2026-07-27T13:40:03.563" v="397" actId="692"/>
          <ac:spMkLst>
            <pc:docMk/>
            <pc:sldMk cId="1373038571" sldId="326"/>
            <ac:spMk id="73" creationId="{A712658C-20E3-2859-912A-8AD8F9982BDC}"/>
          </ac:spMkLst>
        </pc:spChg>
        <pc:grpChg chg="mod">
          <ac:chgData name="Shantnu Kumar" userId="53625017-8eab-4b21-8418-9e7e3996ba55" providerId="ADAL" clId="{4E1F7C8C-3113-453A-8D6E-8DB244C17C0D}" dt="2026-07-27T13:32:09.439" v="210" actId="1076"/>
          <ac:grpSpMkLst>
            <pc:docMk/>
            <pc:sldMk cId="1373038571" sldId="326"/>
            <ac:grpSpMk id="71" creationId="{3D55E1F7-8B87-2345-F436-E390D2AE6C84}"/>
          </ac:grpSpMkLst>
        </pc:grpChg>
        <pc:graphicFrameChg chg="del">
          <ac:chgData name="Shantnu Kumar" userId="53625017-8eab-4b21-8418-9e7e3996ba55" providerId="ADAL" clId="{4E1F7C8C-3113-453A-8D6E-8DB244C17C0D}" dt="2026-07-27T13:24:22.265" v="86" actId="478"/>
          <ac:graphicFrameMkLst>
            <pc:docMk/>
            <pc:sldMk cId="1373038571" sldId="326"/>
            <ac:graphicFrameMk id="3" creationId="{4B3F67AE-4500-AE2D-B5E9-1154939637DC}"/>
          </ac:graphicFrameMkLst>
        </pc:graphicFrameChg>
        <pc:picChg chg="add mod">
          <ac:chgData name="Shantnu Kumar" userId="53625017-8eab-4b21-8418-9e7e3996ba55" providerId="ADAL" clId="{4E1F7C8C-3113-453A-8D6E-8DB244C17C0D}" dt="2026-07-27T13:59:29.916" v="566"/>
          <ac:picMkLst>
            <pc:docMk/>
            <pc:sldMk cId="1373038571" sldId="326"/>
            <ac:picMk id="2" creationId="{CA7DA36F-5972-4ECA-4856-B76245FF215E}"/>
          </ac:picMkLst>
        </pc:picChg>
        <pc:picChg chg="del">
          <ac:chgData name="Shantnu Kumar" userId="53625017-8eab-4b21-8418-9e7e3996ba55" providerId="ADAL" clId="{4E1F7C8C-3113-453A-8D6E-8DB244C17C0D}" dt="2026-07-27T13:58:14.755" v="561" actId="478"/>
          <ac:picMkLst>
            <pc:docMk/>
            <pc:sldMk cId="1373038571" sldId="326"/>
            <ac:picMk id="3" creationId="{8D86A71D-A73C-63B4-E920-65264F11F676}"/>
          </ac:picMkLst>
        </pc:picChg>
        <pc:picChg chg="add del mod">
          <ac:chgData name="Shantnu Kumar" userId="53625017-8eab-4b21-8418-9e7e3996ba55" providerId="ADAL" clId="{4E1F7C8C-3113-453A-8D6E-8DB244C17C0D}" dt="2026-07-27T13:50:19.286" v="537" actId="478"/>
          <ac:picMkLst>
            <pc:docMk/>
            <pc:sldMk cId="1373038571" sldId="326"/>
            <ac:picMk id="74" creationId="{8C0CEBB3-F56C-76A3-CA69-804EEDEC2814}"/>
          </ac:picMkLst>
        </pc:picChg>
      </pc:sldChg>
      <pc:sldChg chg="addSp delSp modSp mod modTransition addAnim delAnim modAnim">
        <pc:chgData name="Shantnu Kumar" userId="53625017-8eab-4b21-8418-9e7e3996ba55" providerId="ADAL" clId="{4E1F7C8C-3113-453A-8D6E-8DB244C17C0D}" dt="2026-07-27T13:57:16.630" v="555"/>
        <pc:sldMkLst>
          <pc:docMk/>
          <pc:sldMk cId="3198892760" sldId="334"/>
        </pc:sldMkLst>
        <pc:spChg chg="add mod">
          <ac:chgData name="Shantnu Kumar" userId="53625017-8eab-4b21-8418-9e7e3996ba55" providerId="ADAL" clId="{4E1F7C8C-3113-453A-8D6E-8DB244C17C0D}" dt="2026-07-27T13:20:04.429" v="19" actId="1076"/>
          <ac:spMkLst>
            <pc:docMk/>
            <pc:sldMk cId="3198892760" sldId="334"/>
            <ac:spMk id="4" creationId="{6D431F95-B3B3-C8F4-E379-644581276F47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6" creationId="{C4407B18-5EEA-52A5-5EC4-6D9DED38AAF2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8" creationId="{666413D3-55CA-FFAF-F429-C09223FAEC62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10" creationId="{9E3945C0-B28A-68A3-222F-B5107311FEB8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12" creationId="{594D9919-69FA-2E96-A2D0-B2E2096CB2B7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14" creationId="{BBBFE976-8020-06F6-8265-10D0B776B0F8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16" creationId="{92EF4E18-262C-4760-3DFD-B8EE79D6E423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18" creationId="{C7D22022-3FE5-AC86-E5B8-1340E8297D6E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20" creationId="{A1E95B7E-B9D4-48F8-3D36-EA3A1DECA68E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22" creationId="{EE644938-4D0B-5AE9-4536-7459427AC459}"/>
          </ac:spMkLst>
        </pc:spChg>
        <pc:spChg chg="add del mod topLvl">
          <ac:chgData name="Shantnu Kumar" userId="53625017-8eab-4b21-8418-9e7e3996ba55" providerId="ADAL" clId="{4E1F7C8C-3113-453A-8D6E-8DB244C17C0D}" dt="2026-07-27T13:41:47.712" v="411" actId="478"/>
          <ac:spMkLst>
            <pc:docMk/>
            <pc:sldMk cId="3198892760" sldId="334"/>
            <ac:spMk id="24" creationId="{64AE016B-7D4E-0844-D6E9-82C078E1AF8A}"/>
          </ac:spMkLst>
        </pc:spChg>
        <pc:grpChg chg="mod">
          <ac:chgData name="Shantnu Kumar" userId="53625017-8eab-4b21-8418-9e7e3996ba55" providerId="ADAL" clId="{4E1F7C8C-3113-453A-8D6E-8DB244C17C0D}" dt="2026-07-27T13:34:38.860" v="270" actId="1076"/>
          <ac:grpSpMkLst>
            <pc:docMk/>
            <pc:sldMk cId="3198892760" sldId="334"/>
            <ac:grpSpMk id="25" creationId="{819D3F95-4411-B775-5E99-C6F0E05E9717}"/>
          </ac:grpSpMkLst>
        </pc:grpChg>
        <pc:picChg chg="del mod ord">
          <ac:chgData name="Shantnu Kumar" userId="53625017-8eab-4b21-8418-9e7e3996ba55" providerId="ADAL" clId="{4E1F7C8C-3113-453A-8D6E-8DB244C17C0D}" dt="2026-07-27T13:19:58.660" v="17" actId="478"/>
          <ac:picMkLst>
            <pc:docMk/>
            <pc:sldMk cId="3198892760" sldId="334"/>
            <ac:picMk id="2" creationId="{25BF2711-3480-E507-E654-F90C1FB7D05B}"/>
          </ac:picMkLst>
        </pc:picChg>
        <pc:picChg chg="add del mod">
          <ac:chgData name="Shantnu Kumar" userId="53625017-8eab-4b21-8418-9e7e3996ba55" providerId="ADAL" clId="{4E1F7C8C-3113-453A-8D6E-8DB244C17C0D}" dt="2026-07-27T13:56:30.166" v="550" actId="478"/>
          <ac:picMkLst>
            <pc:docMk/>
            <pc:sldMk cId="3198892760" sldId="334"/>
            <ac:picMk id="3" creationId="{1D6BD6EC-9878-43EA-52FD-75DF302805BF}"/>
          </ac:picMkLst>
        </pc:picChg>
      </pc:sldChg>
      <pc:sldChg chg="addSp delSp modSp add mod ord modTransition addAnim delAnim modAnim">
        <pc:chgData name="Shantnu Kumar" userId="53625017-8eab-4b21-8418-9e7e3996ba55" providerId="ADAL" clId="{4E1F7C8C-3113-453A-8D6E-8DB244C17C0D}" dt="2026-07-27T13:57:00.062" v="552" actId="478"/>
        <pc:sldMkLst>
          <pc:docMk/>
          <pc:sldMk cId="2988227548" sldId="335"/>
        </pc:sldMkLst>
        <pc:spChg chg="add mod ord">
          <ac:chgData name="Shantnu Kumar" userId="53625017-8eab-4b21-8418-9e7e3996ba55" providerId="ADAL" clId="{4E1F7C8C-3113-453A-8D6E-8DB244C17C0D}" dt="2026-07-27T13:29:00.217" v="150" actId="14100"/>
          <ac:spMkLst>
            <pc:docMk/>
            <pc:sldMk cId="2988227548" sldId="335"/>
            <ac:spMk id="3" creationId="{C55FC971-01E4-1185-26F0-D9C128C71061}"/>
          </ac:spMkLst>
        </pc:spChg>
        <pc:spChg chg="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4" creationId="{4144A8F3-DFBE-1B17-98D4-2114401FAB8A}"/>
          </ac:spMkLst>
        </pc:spChg>
        <pc:spChg chg="add 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5" creationId="{9F5A1E59-638E-5B8C-E3AE-3A2117CDAD1D}"/>
          </ac:spMkLst>
        </pc:spChg>
        <pc:spChg chg="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6" creationId="{EB2039D7-1EC4-9587-02F7-062F1141E9C8}"/>
          </ac:spMkLst>
        </pc:spChg>
        <pc:spChg chg="add mod">
          <ac:chgData name="Shantnu Kumar" userId="53625017-8eab-4b21-8418-9e7e3996ba55" providerId="ADAL" clId="{4E1F7C8C-3113-453A-8D6E-8DB244C17C0D}" dt="2026-07-27T13:29:18.799" v="155" actId="20577"/>
          <ac:spMkLst>
            <pc:docMk/>
            <pc:sldMk cId="2988227548" sldId="335"/>
            <ac:spMk id="7" creationId="{CDC87D8C-D683-FC10-C14B-9A36DF28FE7E}"/>
          </ac:spMkLst>
        </pc:spChg>
        <pc:spChg chg="mod">
          <ac:chgData name="Shantnu Kumar" userId="53625017-8eab-4b21-8418-9e7e3996ba55" providerId="ADAL" clId="{4E1F7C8C-3113-453A-8D6E-8DB244C17C0D}" dt="2026-07-27T13:30:39.630" v="175" actId="552"/>
          <ac:spMkLst>
            <pc:docMk/>
            <pc:sldMk cId="2988227548" sldId="335"/>
            <ac:spMk id="8" creationId="{A403A5FD-19ED-7393-0D12-8309ED2FC898}"/>
          </ac:spMkLst>
        </pc:spChg>
        <pc:spChg chg="add 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9" creationId="{09DDCCCC-AECF-30C8-0CEE-75C9AE591311}"/>
          </ac:spMkLst>
        </pc:spChg>
        <pc:spChg chg="mod">
          <ac:chgData name="Shantnu Kumar" userId="53625017-8eab-4b21-8418-9e7e3996ba55" providerId="ADAL" clId="{4E1F7C8C-3113-453A-8D6E-8DB244C17C0D}" dt="2026-07-27T13:30:39.630" v="175" actId="552"/>
          <ac:spMkLst>
            <pc:docMk/>
            <pc:sldMk cId="2988227548" sldId="335"/>
            <ac:spMk id="11" creationId="{3A4AA6FF-BD45-4737-8769-EE3C8D0FE5EF}"/>
          </ac:spMkLst>
        </pc:spChg>
        <pc:spChg chg="add mod">
          <ac:chgData name="Shantnu Kumar" userId="53625017-8eab-4b21-8418-9e7e3996ba55" providerId="ADAL" clId="{4E1F7C8C-3113-453A-8D6E-8DB244C17C0D}" dt="2026-07-27T13:29:44.042" v="161" actId="20577"/>
          <ac:spMkLst>
            <pc:docMk/>
            <pc:sldMk cId="2988227548" sldId="335"/>
            <ac:spMk id="12" creationId="{AD249ECD-1948-1C78-C329-4442220C0573}"/>
          </ac:spMkLst>
        </pc:spChg>
        <pc:spChg chg="mod">
          <ac:chgData name="Shantnu Kumar" userId="53625017-8eab-4b21-8418-9e7e3996ba55" providerId="ADAL" clId="{4E1F7C8C-3113-453A-8D6E-8DB244C17C0D}" dt="2026-07-27T13:30:39.630" v="175" actId="552"/>
          <ac:spMkLst>
            <pc:docMk/>
            <pc:sldMk cId="2988227548" sldId="335"/>
            <ac:spMk id="13" creationId="{3741209E-F3B1-44C0-F811-F5638E2D8682}"/>
          </ac:spMkLst>
        </pc:spChg>
        <pc:spChg chg="add mod">
          <ac:chgData name="Shantnu Kumar" userId="53625017-8eab-4b21-8418-9e7e3996ba55" providerId="ADAL" clId="{4E1F7C8C-3113-453A-8D6E-8DB244C17C0D}" dt="2026-07-27T13:29:54.697" v="164" actId="20577"/>
          <ac:spMkLst>
            <pc:docMk/>
            <pc:sldMk cId="2988227548" sldId="335"/>
            <ac:spMk id="15" creationId="{654F6C86-8DF0-866E-C754-A4172631D555}"/>
          </ac:spMkLst>
        </pc:spChg>
        <pc:spChg chg="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16" creationId="{259A573B-5D99-DAD8-5BC7-F14EF559B254}"/>
          </ac:spMkLst>
        </pc:spChg>
        <pc:spChg chg="add 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18" creationId="{662FA8F7-778E-6288-2B7F-D9286A9A9817}"/>
          </ac:spMkLst>
        </pc:spChg>
        <pc:spChg chg="mod">
          <ac:chgData name="Shantnu Kumar" userId="53625017-8eab-4b21-8418-9e7e3996ba55" providerId="ADAL" clId="{4E1F7C8C-3113-453A-8D6E-8DB244C17C0D}" dt="2026-07-27T13:30:39.630" v="175" actId="552"/>
          <ac:spMkLst>
            <pc:docMk/>
            <pc:sldMk cId="2988227548" sldId="335"/>
            <ac:spMk id="19" creationId="{0A985CA7-114A-82AE-25D4-0855F8F07B7B}"/>
          </ac:spMkLst>
        </pc:spChg>
        <pc:spChg chg="add mod">
          <ac:chgData name="Shantnu Kumar" userId="53625017-8eab-4b21-8418-9e7e3996ba55" providerId="ADAL" clId="{4E1F7C8C-3113-453A-8D6E-8DB244C17C0D}" dt="2026-07-27T13:30:11.723" v="168" actId="571"/>
          <ac:spMkLst>
            <pc:docMk/>
            <pc:sldMk cId="2988227548" sldId="335"/>
            <ac:spMk id="20" creationId="{E6B29665-E846-C524-C11D-4FD57F61CAA8}"/>
          </ac:spMkLst>
        </pc:spChg>
        <pc:spChg chg="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21" creationId="{56188309-D3F8-3963-0F0A-4B6FDFE9AF46}"/>
          </ac:spMkLst>
        </pc:spChg>
        <pc:spChg chg="add 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22" creationId="{F8602614-6638-B62B-3996-2C1A83F078A6}"/>
          </ac:spMkLst>
        </pc:spChg>
        <pc:spChg chg="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23" creationId="{EE413A07-FBB6-529F-97FC-E131081B007D}"/>
          </ac:spMkLst>
        </pc:spChg>
        <pc:spChg chg="add mod">
          <ac:chgData name="Shantnu Kumar" userId="53625017-8eab-4b21-8418-9e7e3996ba55" providerId="ADAL" clId="{4E1F7C8C-3113-453A-8D6E-8DB244C17C0D}" dt="2026-07-27T13:30:26.491" v="172" actId="571"/>
          <ac:spMkLst>
            <pc:docMk/>
            <pc:sldMk cId="2988227548" sldId="335"/>
            <ac:spMk id="24" creationId="{1B4B6E64-1A84-2CDB-FD0A-C26450428C9D}"/>
          </ac:spMkLst>
        </pc:spChg>
        <pc:spChg chg="mod">
          <ac:chgData name="Shantnu Kumar" userId="53625017-8eab-4b21-8418-9e7e3996ba55" providerId="ADAL" clId="{4E1F7C8C-3113-453A-8D6E-8DB244C17C0D}" dt="2026-07-27T13:39:55.293" v="369" actId="1076"/>
          <ac:spMkLst>
            <pc:docMk/>
            <pc:sldMk cId="2988227548" sldId="335"/>
            <ac:spMk id="26" creationId="{363438E6-CDC3-2DDB-4E3C-3372A33B05B4}"/>
          </ac:spMkLst>
        </pc:spChg>
        <pc:picChg chg="add del">
          <ac:chgData name="Shantnu Kumar" userId="53625017-8eab-4b21-8418-9e7e3996ba55" providerId="ADAL" clId="{4E1F7C8C-3113-453A-8D6E-8DB244C17C0D}" dt="2026-07-27T13:57:00.062" v="552" actId="478"/>
          <ac:picMkLst>
            <pc:docMk/>
            <pc:sldMk cId="2988227548" sldId="335"/>
            <ac:picMk id="2" creationId="{98ADB140-3840-15B1-133C-CA056CD5BE12}"/>
          </ac:picMkLst>
        </pc:picChg>
        <pc:picChg chg="add del mod">
          <ac:chgData name="Shantnu Kumar" userId="53625017-8eab-4b21-8418-9e7e3996ba55" providerId="ADAL" clId="{4E1F7C8C-3113-453A-8D6E-8DB244C17C0D}" dt="2026-07-27T13:50:15.308" v="536" actId="478"/>
          <ac:picMkLst>
            <pc:docMk/>
            <pc:sldMk cId="2988227548" sldId="335"/>
            <ac:picMk id="28" creationId="{CCEE8476-7433-7DFE-6470-A31E2134D706}"/>
          </ac:picMkLst>
        </pc:picChg>
      </pc:sldChg>
    </pc:docChg>
  </pc:docChgLst>
  <pc:docChgLst>
    <pc:chgData name="Paresh Pandurang Rane" userId="468e37ae-d46d-48c2-a834-3e32dd4b125a" providerId="ADAL" clId="{42184082-8704-42DB-8865-1CF043EF340E}"/>
    <pc:docChg chg="undo custSel addSld delSld modSld sldOrd">
      <pc:chgData name="Paresh Pandurang Rane" userId="468e37ae-d46d-48c2-a834-3e32dd4b125a" providerId="ADAL" clId="{42184082-8704-42DB-8865-1CF043EF340E}" dt="2026-07-28T07:34:38.865" v="644" actId="478"/>
      <pc:docMkLst>
        <pc:docMk/>
      </pc:docMkLst>
      <pc:sldChg chg="delSp modSp mod">
        <pc:chgData name="Paresh Pandurang Rane" userId="468e37ae-d46d-48c2-a834-3e32dd4b125a" providerId="ADAL" clId="{42184082-8704-42DB-8865-1CF043EF340E}" dt="2026-07-28T07:34:38.865" v="644" actId="478"/>
        <pc:sldMkLst>
          <pc:docMk/>
          <pc:sldMk cId="1753270648" sldId="266"/>
        </pc:sldMkLst>
        <pc:spChg chg="del mod">
          <ac:chgData name="Paresh Pandurang Rane" userId="468e37ae-d46d-48c2-a834-3e32dd4b125a" providerId="ADAL" clId="{42184082-8704-42DB-8865-1CF043EF340E}" dt="2026-07-28T07:34:38.865" v="644" actId="478"/>
          <ac:spMkLst>
            <pc:docMk/>
            <pc:sldMk cId="1753270648" sldId="266"/>
            <ac:spMk id="2" creationId="{689DB247-639C-D390-7784-6860E63E28C2}"/>
          </ac:spMkLst>
        </pc:spChg>
      </pc:sldChg>
      <pc:sldChg chg="add del modTransition setBg">
        <pc:chgData name="Paresh Pandurang Rane" userId="468e37ae-d46d-48c2-a834-3e32dd4b125a" providerId="ADAL" clId="{42184082-8704-42DB-8865-1CF043EF340E}" dt="2026-07-27T11:43:23.798" v="35"/>
        <pc:sldMkLst>
          <pc:docMk/>
          <pc:sldMk cId="289245392" sldId="290"/>
        </pc:sldMkLst>
      </pc:sldChg>
      <pc:sldChg chg="addSp delSp add del modTransition setBg delDesignElem">
        <pc:chgData name="Paresh Pandurang Rane" userId="468e37ae-d46d-48c2-a834-3e32dd4b125a" providerId="ADAL" clId="{42184082-8704-42DB-8865-1CF043EF340E}" dt="2026-07-27T11:43:48.935" v="38"/>
        <pc:sldMkLst>
          <pc:docMk/>
          <pc:sldMk cId="4023600087" sldId="291"/>
        </pc:sldMkLst>
        <pc:spChg chg="add del">
          <ac:chgData name="Paresh Pandurang Rane" userId="468e37ae-d46d-48c2-a834-3e32dd4b125a" providerId="ADAL" clId="{42184082-8704-42DB-8865-1CF043EF340E}" dt="2026-07-27T11:43:48.935" v="38"/>
          <ac:spMkLst>
            <pc:docMk/>
            <pc:sldMk cId="4023600087" sldId="291"/>
            <ac:spMk id="15" creationId="{2C69BBB6-E48B-8F8A-E015-8853DB4D5F3B}"/>
          </ac:spMkLst>
        </pc:spChg>
        <pc:spChg chg="add del">
          <ac:chgData name="Paresh Pandurang Rane" userId="468e37ae-d46d-48c2-a834-3e32dd4b125a" providerId="ADAL" clId="{42184082-8704-42DB-8865-1CF043EF340E}" dt="2026-07-27T11:43:48.935" v="38"/>
          <ac:spMkLst>
            <pc:docMk/>
            <pc:sldMk cId="4023600087" sldId="291"/>
            <ac:spMk id="17" creationId="{4C6D1269-E332-37B5-B2D1-4444F4F30C96}"/>
          </ac:spMkLst>
        </pc:spChg>
        <pc:spChg chg="add del">
          <ac:chgData name="Paresh Pandurang Rane" userId="468e37ae-d46d-48c2-a834-3e32dd4b125a" providerId="ADAL" clId="{42184082-8704-42DB-8865-1CF043EF340E}" dt="2026-07-27T11:43:48.935" v="38"/>
          <ac:spMkLst>
            <pc:docMk/>
            <pc:sldMk cId="4023600087" sldId="291"/>
            <ac:spMk id="19" creationId="{5538722D-CD64-F9F2-D486-D7A4E799E643}"/>
          </ac:spMkLst>
        </pc:spChg>
        <pc:spChg chg="add del">
          <ac:chgData name="Paresh Pandurang Rane" userId="468e37ae-d46d-48c2-a834-3e32dd4b125a" providerId="ADAL" clId="{42184082-8704-42DB-8865-1CF043EF340E}" dt="2026-07-27T11:43:48.935" v="38"/>
          <ac:spMkLst>
            <pc:docMk/>
            <pc:sldMk cId="4023600087" sldId="291"/>
            <ac:spMk id="21" creationId="{B48B638E-E992-A13C-E31D-251D5ED8CAD9}"/>
          </ac:spMkLst>
        </pc:spChg>
      </pc:sldChg>
      <pc:sldChg chg="modSp mod">
        <pc:chgData name="Paresh Pandurang Rane" userId="468e37ae-d46d-48c2-a834-3e32dd4b125a" providerId="ADAL" clId="{42184082-8704-42DB-8865-1CF043EF340E}" dt="2026-07-28T06:39:39.214" v="434" actId="6549"/>
        <pc:sldMkLst>
          <pc:docMk/>
          <pc:sldMk cId="1035394931" sldId="299"/>
        </pc:sldMkLst>
        <pc:spChg chg="mod">
          <ac:chgData name="Paresh Pandurang Rane" userId="468e37ae-d46d-48c2-a834-3e32dd4b125a" providerId="ADAL" clId="{42184082-8704-42DB-8865-1CF043EF340E}" dt="2026-07-28T06:39:39.214" v="434" actId="6549"/>
          <ac:spMkLst>
            <pc:docMk/>
            <pc:sldMk cId="1035394931" sldId="299"/>
            <ac:spMk id="80" creationId="{D2465ED2-5D2E-B870-7761-0A607B8E62B4}"/>
          </ac:spMkLst>
        </pc:spChg>
        <pc:spChg chg="mod">
          <ac:chgData name="Paresh Pandurang Rane" userId="468e37ae-d46d-48c2-a834-3e32dd4b125a" providerId="ADAL" clId="{42184082-8704-42DB-8865-1CF043EF340E}" dt="2026-07-27T18:32:36.794" v="325" actId="20577"/>
          <ac:spMkLst>
            <pc:docMk/>
            <pc:sldMk cId="1035394931" sldId="299"/>
            <ac:spMk id="100" creationId="{3440F859-EBA3-012E-E3C3-0D716D894294}"/>
          </ac:spMkLst>
        </pc:spChg>
      </pc:sldChg>
      <pc:sldChg chg="modSp mod">
        <pc:chgData name="Paresh Pandurang Rane" userId="468e37ae-d46d-48c2-a834-3e32dd4b125a" providerId="ADAL" clId="{42184082-8704-42DB-8865-1CF043EF340E}" dt="2026-07-28T06:45:51.329" v="462" actId="20577"/>
        <pc:sldMkLst>
          <pc:docMk/>
          <pc:sldMk cId="3067685268" sldId="300"/>
        </pc:sldMkLst>
        <pc:spChg chg="mod">
          <ac:chgData name="Paresh Pandurang Rane" userId="468e37ae-d46d-48c2-a834-3e32dd4b125a" providerId="ADAL" clId="{42184082-8704-42DB-8865-1CF043EF340E}" dt="2026-07-28T06:45:51.329" v="462" actId="20577"/>
          <ac:spMkLst>
            <pc:docMk/>
            <pc:sldMk cId="3067685268" sldId="300"/>
            <ac:spMk id="6" creationId="{93822494-EDE4-8FDD-3435-2F11E9C048C4}"/>
          </ac:spMkLst>
        </pc:spChg>
        <pc:spChg chg="mod">
          <ac:chgData name="Paresh Pandurang Rane" userId="468e37ae-d46d-48c2-a834-3e32dd4b125a" providerId="ADAL" clId="{42184082-8704-42DB-8865-1CF043EF340E}" dt="2026-07-27T11:44:43.914" v="51" actId="1076"/>
          <ac:spMkLst>
            <pc:docMk/>
            <pc:sldMk cId="3067685268" sldId="300"/>
            <ac:spMk id="10" creationId="{C2418095-295C-135E-907F-84F6BF0BA084}"/>
          </ac:spMkLst>
        </pc:spChg>
      </pc:sldChg>
      <pc:sldChg chg="addSp delSp modSp mod ord">
        <pc:chgData name="Paresh Pandurang Rane" userId="468e37ae-d46d-48c2-a834-3e32dd4b125a" providerId="ADAL" clId="{42184082-8704-42DB-8865-1CF043EF340E}" dt="2026-07-28T06:47:06.470" v="465" actId="14100"/>
        <pc:sldMkLst>
          <pc:docMk/>
          <pc:sldMk cId="4253877374" sldId="301"/>
        </pc:sldMkLst>
        <pc:spChg chg="del">
          <ac:chgData name="Paresh Pandurang Rane" userId="468e37ae-d46d-48c2-a834-3e32dd4b125a" providerId="ADAL" clId="{42184082-8704-42DB-8865-1CF043EF340E}" dt="2026-07-27T11:42:40.009" v="2" actId="478"/>
          <ac:spMkLst>
            <pc:docMk/>
            <pc:sldMk cId="4253877374" sldId="301"/>
            <ac:spMk id="3" creationId="{CD89C8D4-3411-42D8-58EA-F5AE40847ECD}"/>
          </ac:spMkLst>
        </pc:spChg>
        <pc:spChg chg="add mod">
          <ac:chgData name="Paresh Pandurang Rane" userId="468e37ae-d46d-48c2-a834-3e32dd4b125a" providerId="ADAL" clId="{42184082-8704-42DB-8865-1CF043EF340E}" dt="2026-07-27T11:43:05.044" v="33" actId="6549"/>
          <ac:spMkLst>
            <pc:docMk/>
            <pc:sldMk cId="4253877374" sldId="301"/>
            <ac:spMk id="6" creationId="{DA2FD08B-83AD-96F4-AE1B-F853ADAC521D}"/>
          </ac:spMkLst>
        </pc:spChg>
        <pc:picChg chg="add mod">
          <ac:chgData name="Paresh Pandurang Rane" userId="468e37ae-d46d-48c2-a834-3e32dd4b125a" providerId="ADAL" clId="{42184082-8704-42DB-8865-1CF043EF340E}" dt="2026-07-28T06:47:06.470" v="465" actId="14100"/>
          <ac:picMkLst>
            <pc:docMk/>
            <pc:sldMk cId="4253877374" sldId="301"/>
            <ac:picMk id="4" creationId="{56CEFD7F-6C7D-18DE-411F-547B49BE80AB}"/>
          </ac:picMkLst>
        </pc:picChg>
      </pc:sldChg>
      <pc:sldChg chg="ord">
        <pc:chgData name="Paresh Pandurang Rane" userId="468e37ae-d46d-48c2-a834-3e32dd4b125a" providerId="ADAL" clId="{42184082-8704-42DB-8865-1CF043EF340E}" dt="2026-07-27T12:37:17.154" v="298"/>
        <pc:sldMkLst>
          <pc:docMk/>
          <pc:sldMk cId="2005106410" sldId="302"/>
        </pc:sldMkLst>
      </pc:sldChg>
      <pc:sldChg chg="addSp delSp modSp mod ord">
        <pc:chgData name="Paresh Pandurang Rane" userId="468e37ae-d46d-48c2-a834-3e32dd4b125a" providerId="ADAL" clId="{42184082-8704-42DB-8865-1CF043EF340E}" dt="2026-07-27T12:37:04.992" v="294"/>
        <pc:sldMkLst>
          <pc:docMk/>
          <pc:sldMk cId="2918515158" sldId="304"/>
        </pc:sldMkLst>
        <pc:spChg chg="del">
          <ac:chgData name="Paresh Pandurang Rane" userId="468e37ae-d46d-48c2-a834-3e32dd4b125a" providerId="ADAL" clId="{42184082-8704-42DB-8865-1CF043EF340E}" dt="2026-07-27T12:21:40.756" v="129" actId="478"/>
          <ac:spMkLst>
            <pc:docMk/>
            <pc:sldMk cId="2918515158" sldId="304"/>
            <ac:spMk id="3" creationId="{124DCF0C-A111-93C9-EB0D-944BCDD36FB1}"/>
          </ac:spMkLst>
        </pc:spChg>
        <pc:spChg chg="add mod">
          <ac:chgData name="Paresh Pandurang Rane" userId="468e37ae-d46d-48c2-a834-3e32dd4b125a" providerId="ADAL" clId="{42184082-8704-42DB-8865-1CF043EF340E}" dt="2026-07-27T12:22:25.508" v="154" actId="20577"/>
          <ac:spMkLst>
            <pc:docMk/>
            <pc:sldMk cId="2918515158" sldId="304"/>
            <ac:spMk id="6" creationId="{1B357216-6E48-4C97-D601-7CB187B8022E}"/>
          </ac:spMkLst>
        </pc:spChg>
        <pc:picChg chg="add mod">
          <ac:chgData name="Paresh Pandurang Rane" userId="468e37ae-d46d-48c2-a834-3e32dd4b125a" providerId="ADAL" clId="{42184082-8704-42DB-8865-1CF043EF340E}" dt="2026-07-27T12:21:55.667" v="136" actId="1076"/>
          <ac:picMkLst>
            <pc:docMk/>
            <pc:sldMk cId="2918515158" sldId="304"/>
            <ac:picMk id="4" creationId="{EA91FAA0-872A-C6DE-8283-EA245A8FAF0C}"/>
          </ac:picMkLst>
        </pc:picChg>
      </pc:sldChg>
      <pc:sldChg chg="modSp mod">
        <pc:chgData name="Paresh Pandurang Rane" userId="468e37ae-d46d-48c2-a834-3e32dd4b125a" providerId="ADAL" clId="{42184082-8704-42DB-8865-1CF043EF340E}" dt="2026-07-27T18:33:34.455" v="336" actId="20577"/>
        <pc:sldMkLst>
          <pc:docMk/>
          <pc:sldMk cId="3972761666" sldId="307"/>
        </pc:sldMkLst>
        <pc:spChg chg="mod">
          <ac:chgData name="Paresh Pandurang Rane" userId="468e37ae-d46d-48c2-a834-3e32dd4b125a" providerId="ADAL" clId="{42184082-8704-42DB-8865-1CF043EF340E}" dt="2026-07-27T18:33:34.455" v="336" actId="20577"/>
          <ac:spMkLst>
            <pc:docMk/>
            <pc:sldMk cId="3972761666" sldId="307"/>
            <ac:spMk id="3" creationId="{7CAC0D94-3216-2998-354F-FC1FD25C4386}"/>
          </ac:spMkLst>
        </pc:spChg>
      </pc:sldChg>
      <pc:sldChg chg="addSp delSp modSp mod ord">
        <pc:chgData name="Paresh Pandurang Rane" userId="468e37ae-d46d-48c2-a834-3e32dd4b125a" providerId="ADAL" clId="{42184082-8704-42DB-8865-1CF043EF340E}" dt="2026-07-27T18:34:13.456" v="345" actId="14100"/>
        <pc:sldMkLst>
          <pc:docMk/>
          <pc:sldMk cId="2195663375" sldId="308"/>
        </pc:sldMkLst>
        <pc:spChg chg="del">
          <ac:chgData name="Paresh Pandurang Rane" userId="468e37ae-d46d-48c2-a834-3e32dd4b125a" providerId="ADAL" clId="{42184082-8704-42DB-8865-1CF043EF340E}" dt="2026-07-27T12:24:23.387" v="161" actId="478"/>
          <ac:spMkLst>
            <pc:docMk/>
            <pc:sldMk cId="2195663375" sldId="308"/>
            <ac:spMk id="3" creationId="{6DEF7177-9C65-0610-8695-DCFB06E3D536}"/>
          </ac:spMkLst>
        </pc:spChg>
        <pc:spChg chg="add mod">
          <ac:chgData name="Paresh Pandurang Rane" userId="468e37ae-d46d-48c2-a834-3e32dd4b125a" providerId="ADAL" clId="{42184082-8704-42DB-8865-1CF043EF340E}" dt="2026-07-27T12:25:44.337" v="192" actId="1076"/>
          <ac:spMkLst>
            <pc:docMk/>
            <pc:sldMk cId="2195663375" sldId="308"/>
            <ac:spMk id="8" creationId="{BC3F0644-7652-5CB6-4E19-5313C59A2D6F}"/>
          </ac:spMkLst>
        </pc:spChg>
        <pc:picChg chg="add mod">
          <ac:chgData name="Paresh Pandurang Rane" userId="468e37ae-d46d-48c2-a834-3e32dd4b125a" providerId="ADAL" clId="{42184082-8704-42DB-8865-1CF043EF340E}" dt="2026-07-27T18:34:01.869" v="342" actId="1076"/>
          <ac:picMkLst>
            <pc:docMk/>
            <pc:sldMk cId="2195663375" sldId="308"/>
            <ac:picMk id="4" creationId="{056780B7-1A39-89C7-CB06-41C7CB541D72}"/>
          </ac:picMkLst>
        </pc:picChg>
        <pc:picChg chg="add mod">
          <ac:chgData name="Paresh Pandurang Rane" userId="468e37ae-d46d-48c2-a834-3e32dd4b125a" providerId="ADAL" clId="{42184082-8704-42DB-8865-1CF043EF340E}" dt="2026-07-27T12:25:46.562" v="193" actId="14100"/>
          <ac:picMkLst>
            <pc:docMk/>
            <pc:sldMk cId="2195663375" sldId="308"/>
            <ac:picMk id="6" creationId="{F76688CF-9DF4-7ACC-DF37-B74C0EAF712A}"/>
          </ac:picMkLst>
        </pc:picChg>
        <pc:picChg chg="add mod">
          <ac:chgData name="Paresh Pandurang Rane" userId="468e37ae-d46d-48c2-a834-3e32dd4b125a" providerId="ADAL" clId="{42184082-8704-42DB-8865-1CF043EF340E}" dt="2026-07-27T18:34:13.456" v="345" actId="14100"/>
          <ac:picMkLst>
            <pc:docMk/>
            <pc:sldMk cId="2195663375" sldId="308"/>
            <ac:picMk id="10" creationId="{71FE9B18-11BA-BF4E-0F31-1A8DBE0933BA}"/>
          </ac:picMkLst>
        </pc:picChg>
        <pc:picChg chg="add mod">
          <ac:chgData name="Paresh Pandurang Rane" userId="468e37ae-d46d-48c2-a834-3e32dd4b125a" providerId="ADAL" clId="{42184082-8704-42DB-8865-1CF043EF340E}" dt="2026-07-27T18:34:04.654" v="343" actId="1076"/>
          <ac:picMkLst>
            <pc:docMk/>
            <pc:sldMk cId="2195663375" sldId="308"/>
            <ac:picMk id="12" creationId="{CB0ACADE-81DD-070B-F89D-F4C83B4EF8FF}"/>
          </ac:picMkLst>
        </pc:picChg>
      </pc:sldChg>
      <pc:sldChg chg="modSp mod">
        <pc:chgData name="Paresh Pandurang Rane" userId="468e37ae-d46d-48c2-a834-3e32dd4b125a" providerId="ADAL" clId="{42184082-8704-42DB-8865-1CF043EF340E}" dt="2026-07-28T06:56:25.715" v="534" actId="20577"/>
        <pc:sldMkLst>
          <pc:docMk/>
          <pc:sldMk cId="818615891" sldId="309"/>
        </pc:sldMkLst>
        <pc:spChg chg="mod">
          <ac:chgData name="Paresh Pandurang Rane" userId="468e37ae-d46d-48c2-a834-3e32dd4b125a" providerId="ADAL" clId="{42184082-8704-42DB-8865-1CF043EF340E}" dt="2026-07-27T12:25:19.272" v="185" actId="20577"/>
          <ac:spMkLst>
            <pc:docMk/>
            <pc:sldMk cId="818615891" sldId="309"/>
            <ac:spMk id="14" creationId="{CAC90D76-FD9A-9362-0121-0F03CEF07425}"/>
          </ac:spMkLst>
        </pc:spChg>
        <pc:spChg chg="mod">
          <ac:chgData name="Paresh Pandurang Rane" userId="468e37ae-d46d-48c2-a834-3e32dd4b125a" providerId="ADAL" clId="{42184082-8704-42DB-8865-1CF043EF340E}" dt="2026-07-28T06:56:25.715" v="534" actId="20577"/>
          <ac:spMkLst>
            <pc:docMk/>
            <pc:sldMk cId="818615891" sldId="309"/>
            <ac:spMk id="19" creationId="{4DF14655-B36C-94C0-640D-4951BAF5BCF1}"/>
          </ac:spMkLst>
        </pc:spChg>
      </pc:sldChg>
      <pc:sldChg chg="addSp delSp modSp mod ord">
        <pc:chgData name="Paresh Pandurang Rane" userId="468e37ae-d46d-48c2-a834-3e32dd4b125a" providerId="ADAL" clId="{42184082-8704-42DB-8865-1CF043EF340E}" dt="2026-07-28T07:02:29.658" v="560" actId="1076"/>
        <pc:sldMkLst>
          <pc:docMk/>
          <pc:sldMk cId="3526064080" sldId="311"/>
        </pc:sldMkLst>
        <pc:spChg chg="del">
          <ac:chgData name="Paresh Pandurang Rane" userId="468e37ae-d46d-48c2-a834-3e32dd4b125a" providerId="ADAL" clId="{42184082-8704-42DB-8865-1CF043EF340E}" dt="2026-07-27T12:36:19.571" v="286" actId="478"/>
          <ac:spMkLst>
            <pc:docMk/>
            <pc:sldMk cId="3526064080" sldId="311"/>
            <ac:spMk id="3" creationId="{5C8D4475-ED05-A8BF-CFF9-8E8BC775B14D}"/>
          </ac:spMkLst>
        </pc:spChg>
        <pc:picChg chg="add mod modCrop">
          <ac:chgData name="Paresh Pandurang Rane" userId="468e37ae-d46d-48c2-a834-3e32dd4b125a" providerId="ADAL" clId="{42184082-8704-42DB-8865-1CF043EF340E}" dt="2026-07-28T07:02:29.658" v="560" actId="1076"/>
          <ac:picMkLst>
            <pc:docMk/>
            <pc:sldMk cId="3526064080" sldId="311"/>
            <ac:picMk id="3" creationId="{54A640C9-6858-D434-3EE9-D0B89A723ADE}"/>
          </ac:picMkLst>
        </pc:picChg>
        <pc:picChg chg="add mod">
          <ac:chgData name="Paresh Pandurang Rane" userId="468e37ae-d46d-48c2-a834-3e32dd4b125a" providerId="ADAL" clId="{42184082-8704-42DB-8865-1CF043EF340E}" dt="2026-07-28T07:02:26.591" v="559" actId="1076"/>
          <ac:picMkLst>
            <pc:docMk/>
            <pc:sldMk cId="3526064080" sldId="311"/>
            <ac:picMk id="4" creationId="{C36DE4B0-4583-1FDE-C459-0EC5752E5D5A}"/>
          </ac:picMkLst>
        </pc:picChg>
      </pc:sldChg>
      <pc:sldChg chg="modSp mod">
        <pc:chgData name="Paresh Pandurang Rane" userId="468e37ae-d46d-48c2-a834-3e32dd4b125a" providerId="ADAL" clId="{42184082-8704-42DB-8865-1CF043EF340E}" dt="2026-07-27T18:36:06.066" v="351" actId="20577"/>
        <pc:sldMkLst>
          <pc:docMk/>
          <pc:sldMk cId="1975872526" sldId="312"/>
        </pc:sldMkLst>
        <pc:spChg chg="mod">
          <ac:chgData name="Paresh Pandurang Rane" userId="468e37ae-d46d-48c2-a834-3e32dd4b125a" providerId="ADAL" clId="{42184082-8704-42DB-8865-1CF043EF340E}" dt="2026-07-27T18:36:06.066" v="351" actId="20577"/>
          <ac:spMkLst>
            <pc:docMk/>
            <pc:sldMk cId="1975872526" sldId="312"/>
            <ac:spMk id="19" creationId="{4F544183-E8D4-4912-4A25-1FBC68B8C365}"/>
          </ac:spMkLst>
        </pc:spChg>
      </pc:sldChg>
      <pc:sldChg chg="del">
        <pc:chgData name="Paresh Pandurang Rane" userId="468e37ae-d46d-48c2-a834-3e32dd4b125a" providerId="ADAL" clId="{42184082-8704-42DB-8865-1CF043EF340E}" dt="2026-07-28T07:13:03.782" v="561" actId="2696"/>
        <pc:sldMkLst>
          <pc:docMk/>
          <pc:sldMk cId="4150291807" sldId="314"/>
        </pc:sldMkLst>
      </pc:sldChg>
      <pc:sldChg chg="modSp mod">
        <pc:chgData name="Paresh Pandurang Rane" userId="468e37ae-d46d-48c2-a834-3e32dd4b125a" providerId="ADAL" clId="{42184082-8704-42DB-8865-1CF043EF340E}" dt="2026-07-28T07:13:24.569" v="578" actId="6549"/>
        <pc:sldMkLst>
          <pc:docMk/>
          <pc:sldMk cId="1311168687" sldId="315"/>
        </pc:sldMkLst>
        <pc:spChg chg="mod">
          <ac:chgData name="Paresh Pandurang Rane" userId="468e37ae-d46d-48c2-a834-3e32dd4b125a" providerId="ADAL" clId="{42184082-8704-42DB-8865-1CF043EF340E}" dt="2026-07-28T07:13:24.569" v="578" actId="6549"/>
          <ac:spMkLst>
            <pc:docMk/>
            <pc:sldMk cId="1311168687" sldId="315"/>
            <ac:spMk id="19" creationId="{8C6B66F7-8474-0099-8AD9-235333FF79F2}"/>
          </ac:spMkLst>
        </pc:spChg>
      </pc:sldChg>
      <pc:sldChg chg="addSp delSp modSp mod">
        <pc:chgData name="Paresh Pandurang Rane" userId="468e37ae-d46d-48c2-a834-3e32dd4b125a" providerId="ADAL" clId="{42184082-8704-42DB-8865-1CF043EF340E}" dt="2026-07-28T07:20:25.057" v="583" actId="732"/>
        <pc:sldMkLst>
          <pc:docMk/>
          <pc:sldMk cId="382466760" sldId="319"/>
        </pc:sldMkLst>
        <pc:spChg chg="del">
          <ac:chgData name="Paresh Pandurang Rane" userId="468e37ae-d46d-48c2-a834-3e32dd4b125a" providerId="ADAL" clId="{42184082-8704-42DB-8865-1CF043EF340E}" dt="2026-07-28T07:20:07.673" v="579" actId="478"/>
          <ac:spMkLst>
            <pc:docMk/>
            <pc:sldMk cId="382466760" sldId="319"/>
            <ac:spMk id="3" creationId="{DCB7BD32-C6F4-F699-11F2-85CCC0C5FD31}"/>
          </ac:spMkLst>
        </pc:spChg>
        <pc:picChg chg="add mod modCrop">
          <ac:chgData name="Paresh Pandurang Rane" userId="468e37ae-d46d-48c2-a834-3e32dd4b125a" providerId="ADAL" clId="{42184082-8704-42DB-8865-1CF043EF340E}" dt="2026-07-28T07:20:25.057" v="583" actId="732"/>
          <ac:picMkLst>
            <pc:docMk/>
            <pc:sldMk cId="382466760" sldId="319"/>
            <ac:picMk id="4" creationId="{1C98D542-2E4E-8663-9639-BE403F3ABC5C}"/>
          </ac:picMkLst>
        </pc:picChg>
      </pc:sldChg>
      <pc:sldChg chg="modSp del mod">
        <pc:chgData name="Paresh Pandurang Rane" userId="468e37ae-d46d-48c2-a834-3e32dd4b125a" providerId="ADAL" clId="{42184082-8704-42DB-8865-1CF043EF340E}" dt="2026-07-28T07:24:12.093" v="629" actId="2696"/>
        <pc:sldMkLst>
          <pc:docMk/>
          <pc:sldMk cId="1207683836" sldId="320"/>
        </pc:sldMkLst>
        <pc:spChg chg="mod">
          <ac:chgData name="Paresh Pandurang Rane" userId="468e37ae-d46d-48c2-a834-3e32dd4b125a" providerId="ADAL" clId="{42184082-8704-42DB-8865-1CF043EF340E}" dt="2026-07-27T12:39:24.245" v="303" actId="6549"/>
          <ac:spMkLst>
            <pc:docMk/>
            <pc:sldMk cId="1207683836" sldId="320"/>
            <ac:spMk id="183" creationId="{48CE3B9F-C9D5-2498-8BDB-F8FDE37B6A8B}"/>
          </ac:spMkLst>
        </pc:spChg>
      </pc:sldChg>
      <pc:sldChg chg="mod modShow">
        <pc:chgData name="Paresh Pandurang Rane" userId="468e37ae-d46d-48c2-a834-3e32dd4b125a" providerId="ADAL" clId="{42184082-8704-42DB-8865-1CF043EF340E}" dt="2026-07-28T07:24:18.042" v="630" actId="729"/>
        <pc:sldMkLst>
          <pc:docMk/>
          <pc:sldMk cId="3441311148" sldId="322"/>
        </pc:sldMkLst>
      </pc:sldChg>
      <pc:sldChg chg="modSp mod">
        <pc:chgData name="Paresh Pandurang Rane" userId="468e37ae-d46d-48c2-a834-3e32dd4b125a" providerId="ADAL" clId="{42184082-8704-42DB-8865-1CF043EF340E}" dt="2026-07-28T07:24:26" v="631" actId="14100"/>
        <pc:sldMkLst>
          <pc:docMk/>
          <pc:sldMk cId="3588261217" sldId="323"/>
        </pc:sldMkLst>
        <pc:grpChg chg="mod">
          <ac:chgData name="Paresh Pandurang Rane" userId="468e37ae-d46d-48c2-a834-3e32dd4b125a" providerId="ADAL" clId="{42184082-8704-42DB-8865-1CF043EF340E}" dt="2026-07-28T07:24:26" v="631" actId="14100"/>
          <ac:grpSpMkLst>
            <pc:docMk/>
            <pc:sldMk cId="3588261217" sldId="323"/>
            <ac:grpSpMk id="61" creationId="{410A150F-BA07-7E1E-DC07-6BD735D34404}"/>
          </ac:grpSpMkLst>
        </pc:grpChg>
      </pc:sldChg>
      <pc:sldChg chg="modTransition">
        <pc:chgData name="Paresh Pandurang Rane" userId="468e37ae-d46d-48c2-a834-3e32dd4b125a" providerId="ADAL" clId="{42184082-8704-42DB-8865-1CF043EF340E}" dt="2026-07-27T13:13:29.121" v="315"/>
        <pc:sldMkLst>
          <pc:docMk/>
          <pc:sldMk cId="729057294" sldId="325"/>
        </pc:sldMkLst>
      </pc:sldChg>
      <pc:sldChg chg="mod modShow">
        <pc:chgData name="Paresh Pandurang Rane" userId="468e37ae-d46d-48c2-a834-3e32dd4b125a" providerId="ADAL" clId="{42184082-8704-42DB-8865-1CF043EF340E}" dt="2026-07-28T07:30:18.881" v="641" actId="729"/>
        <pc:sldMkLst>
          <pc:docMk/>
          <pc:sldMk cId="1373038571" sldId="326"/>
        </pc:sldMkLst>
      </pc:sldChg>
      <pc:sldChg chg="modSp add mod ord">
        <pc:chgData name="Paresh Pandurang Rane" userId="468e37ae-d46d-48c2-a834-3e32dd4b125a" providerId="ADAL" clId="{42184082-8704-42DB-8865-1CF043EF340E}" dt="2026-07-27T12:22:53.551" v="158"/>
        <pc:sldMkLst>
          <pc:docMk/>
          <pc:sldMk cId="534735704" sldId="328"/>
        </pc:sldMkLst>
        <pc:spChg chg="mod">
          <ac:chgData name="Paresh Pandurang Rane" userId="468e37ae-d46d-48c2-a834-3e32dd4b125a" providerId="ADAL" clId="{42184082-8704-42DB-8865-1CF043EF340E}" dt="2026-07-27T11:45:44.998" v="56" actId="255"/>
          <ac:spMkLst>
            <pc:docMk/>
            <pc:sldMk cId="534735704" sldId="328"/>
            <ac:spMk id="6" creationId="{E7DE6731-4079-AD2A-4B7A-37FA6B03AF78}"/>
          </ac:spMkLst>
        </pc:spChg>
        <pc:picChg chg="mod">
          <ac:chgData name="Paresh Pandurang Rane" userId="468e37ae-d46d-48c2-a834-3e32dd4b125a" providerId="ADAL" clId="{42184082-8704-42DB-8865-1CF043EF340E}" dt="2026-07-27T12:10:26.402" v="128" actId="14100"/>
          <ac:picMkLst>
            <pc:docMk/>
            <pc:sldMk cId="534735704" sldId="328"/>
            <ac:picMk id="8" creationId="{A35DF0B1-C16A-DF85-A7F5-1DF371905C90}"/>
          </ac:picMkLst>
        </pc:picChg>
      </pc:sldChg>
      <pc:sldChg chg="modSp add mod ord">
        <pc:chgData name="Paresh Pandurang Rane" userId="468e37ae-d46d-48c2-a834-3e32dd4b125a" providerId="ADAL" clId="{42184082-8704-42DB-8865-1CF043EF340E}" dt="2026-07-27T12:23:20.089" v="160"/>
        <pc:sldMkLst>
          <pc:docMk/>
          <pc:sldMk cId="44617546" sldId="329"/>
        </pc:sldMkLst>
        <pc:spChg chg="mod">
          <ac:chgData name="Paresh Pandurang Rane" userId="468e37ae-d46d-48c2-a834-3e32dd4b125a" providerId="ADAL" clId="{42184082-8704-42DB-8865-1CF043EF340E}" dt="2026-07-27T11:46:29.698" v="63" actId="255"/>
          <ac:spMkLst>
            <pc:docMk/>
            <pc:sldMk cId="44617546" sldId="329"/>
            <ac:spMk id="6" creationId="{FD06B748-D996-E6A1-4BA3-12A89CA2938D}"/>
          </ac:spMkLst>
        </pc:spChg>
        <pc:picChg chg="mod">
          <ac:chgData name="Paresh Pandurang Rane" userId="468e37ae-d46d-48c2-a834-3e32dd4b125a" providerId="ADAL" clId="{42184082-8704-42DB-8865-1CF043EF340E}" dt="2026-07-27T12:09:49.952" v="125" actId="14826"/>
          <ac:picMkLst>
            <pc:docMk/>
            <pc:sldMk cId="44617546" sldId="329"/>
            <ac:picMk id="8" creationId="{A08CC4AC-4AB3-B8EF-6692-B6AB0515A57D}"/>
          </ac:picMkLst>
        </pc:picChg>
      </pc:sldChg>
      <pc:sldChg chg="modSp add mod ord">
        <pc:chgData name="Paresh Pandurang Rane" userId="468e37ae-d46d-48c2-a834-3e32dd4b125a" providerId="ADAL" clId="{42184082-8704-42DB-8865-1CF043EF340E}" dt="2026-07-27T12:32:06.673" v="285"/>
        <pc:sldMkLst>
          <pc:docMk/>
          <pc:sldMk cId="1927860393" sldId="330"/>
        </pc:sldMkLst>
        <pc:spChg chg="mod">
          <ac:chgData name="Paresh Pandurang Rane" userId="468e37ae-d46d-48c2-a834-3e32dd4b125a" providerId="ADAL" clId="{42184082-8704-42DB-8865-1CF043EF340E}" dt="2026-07-27T11:47:32.214" v="69" actId="14100"/>
          <ac:spMkLst>
            <pc:docMk/>
            <pc:sldMk cId="1927860393" sldId="330"/>
            <ac:spMk id="6" creationId="{0E00D9AF-0A36-6A82-D498-BD367E33E29C}"/>
          </ac:spMkLst>
        </pc:spChg>
        <pc:picChg chg="mod">
          <ac:chgData name="Paresh Pandurang Rane" userId="468e37ae-d46d-48c2-a834-3e32dd4b125a" providerId="ADAL" clId="{42184082-8704-42DB-8865-1CF043EF340E}" dt="2026-07-27T12:09:09.978" v="124" actId="14100"/>
          <ac:picMkLst>
            <pc:docMk/>
            <pc:sldMk cId="1927860393" sldId="330"/>
            <ac:picMk id="8" creationId="{04D7DEBB-D86C-F1ED-94A1-73A4BEFA6DB1}"/>
          </ac:picMkLst>
        </pc:picChg>
      </pc:sldChg>
      <pc:sldChg chg="modSp add mod ord">
        <pc:chgData name="Paresh Pandurang Rane" userId="468e37ae-d46d-48c2-a834-3e32dd4b125a" providerId="ADAL" clId="{42184082-8704-42DB-8865-1CF043EF340E}" dt="2026-07-27T18:41:05.864" v="366" actId="20577"/>
        <pc:sldMkLst>
          <pc:docMk/>
          <pc:sldMk cId="2309179941" sldId="331"/>
        </pc:sldMkLst>
        <pc:spChg chg="mod">
          <ac:chgData name="Paresh Pandurang Rane" userId="468e37ae-d46d-48c2-a834-3e32dd4b125a" providerId="ADAL" clId="{42184082-8704-42DB-8865-1CF043EF340E}" dt="2026-07-27T18:41:05.864" v="366" actId="20577"/>
          <ac:spMkLst>
            <pc:docMk/>
            <pc:sldMk cId="2309179941" sldId="331"/>
            <ac:spMk id="6" creationId="{DC5CEC53-A3CF-CBF5-C5BC-767F42AC12E6}"/>
          </ac:spMkLst>
        </pc:spChg>
        <pc:spChg chg="mod">
          <ac:chgData name="Paresh Pandurang Rane" userId="468e37ae-d46d-48c2-a834-3e32dd4b125a" providerId="ADAL" clId="{42184082-8704-42DB-8865-1CF043EF340E}" dt="2026-07-27T18:40:42.696" v="355" actId="1076"/>
          <ac:spMkLst>
            <pc:docMk/>
            <pc:sldMk cId="2309179941" sldId="331"/>
            <ac:spMk id="10" creationId="{0BC76E06-E3EA-8A1C-051D-46B2F4160C82}"/>
          </ac:spMkLst>
        </pc:spChg>
        <pc:picChg chg="mod">
          <ac:chgData name="Paresh Pandurang Rane" userId="468e37ae-d46d-48c2-a834-3e32dd4b125a" providerId="ADAL" clId="{42184082-8704-42DB-8865-1CF043EF340E}" dt="2026-07-27T12:08:23.662" v="122" actId="14826"/>
          <ac:picMkLst>
            <pc:docMk/>
            <pc:sldMk cId="2309179941" sldId="331"/>
            <ac:picMk id="8" creationId="{3144FB4E-90BE-73CF-C99B-04CC7E937E86}"/>
          </ac:picMkLst>
        </pc:picChg>
      </pc:sldChg>
      <pc:sldChg chg="modSp add mod ord">
        <pc:chgData name="Paresh Pandurang Rane" userId="468e37ae-d46d-48c2-a834-3e32dd4b125a" providerId="ADAL" clId="{42184082-8704-42DB-8865-1CF043EF340E}" dt="2026-07-27T12:31:49.246" v="281"/>
        <pc:sldMkLst>
          <pc:docMk/>
          <pc:sldMk cId="3412247227" sldId="332"/>
        </pc:sldMkLst>
        <pc:spChg chg="mod">
          <ac:chgData name="Paresh Pandurang Rane" userId="468e37ae-d46d-48c2-a834-3e32dd4b125a" providerId="ADAL" clId="{42184082-8704-42DB-8865-1CF043EF340E}" dt="2026-07-27T11:58:55.503" v="101" actId="20577"/>
          <ac:spMkLst>
            <pc:docMk/>
            <pc:sldMk cId="3412247227" sldId="332"/>
            <ac:spMk id="6" creationId="{66FB53FC-BF6A-F8D1-D241-9B6E17F96B58}"/>
          </ac:spMkLst>
        </pc:spChg>
        <pc:picChg chg="mod">
          <ac:chgData name="Paresh Pandurang Rane" userId="468e37ae-d46d-48c2-a834-3e32dd4b125a" providerId="ADAL" clId="{42184082-8704-42DB-8865-1CF043EF340E}" dt="2026-07-27T12:01:08.717" v="116" actId="14826"/>
          <ac:picMkLst>
            <pc:docMk/>
            <pc:sldMk cId="3412247227" sldId="332"/>
            <ac:picMk id="8" creationId="{DDAB5265-AC81-A5C2-A5BB-3FD27CA7D420}"/>
          </ac:picMkLst>
        </pc:picChg>
      </pc:sldChg>
      <pc:sldChg chg="modSp add mod ord">
        <pc:chgData name="Paresh Pandurang Rane" userId="468e37ae-d46d-48c2-a834-3e32dd4b125a" providerId="ADAL" clId="{42184082-8704-42DB-8865-1CF043EF340E}" dt="2026-07-27T12:22:40.847" v="156"/>
        <pc:sldMkLst>
          <pc:docMk/>
          <pc:sldMk cId="2735387693" sldId="333"/>
        </pc:sldMkLst>
        <pc:spChg chg="mod">
          <ac:chgData name="Paresh Pandurang Rane" userId="468e37ae-d46d-48c2-a834-3e32dd4b125a" providerId="ADAL" clId="{42184082-8704-42DB-8865-1CF043EF340E}" dt="2026-07-27T12:00:06.718" v="114"/>
          <ac:spMkLst>
            <pc:docMk/>
            <pc:sldMk cId="2735387693" sldId="333"/>
            <ac:spMk id="6" creationId="{400973AC-36B7-98C9-0B29-A17F81FED131}"/>
          </ac:spMkLst>
        </pc:spChg>
        <pc:picChg chg="mod">
          <ac:chgData name="Paresh Pandurang Rane" userId="468e37ae-d46d-48c2-a834-3e32dd4b125a" providerId="ADAL" clId="{42184082-8704-42DB-8865-1CF043EF340E}" dt="2026-07-27T12:00:50.167" v="115" actId="14826"/>
          <ac:picMkLst>
            <pc:docMk/>
            <pc:sldMk cId="2735387693" sldId="333"/>
            <ac:picMk id="8" creationId="{B0EC59A5-ED36-B666-37E9-696AC49CE004}"/>
          </ac:picMkLst>
        </pc:picChg>
      </pc:sldChg>
      <pc:sldChg chg="addSp delSp modSp new mod ord addAnim delAnim">
        <pc:chgData name="Paresh Pandurang Rane" userId="468e37ae-d46d-48c2-a834-3e32dd4b125a" providerId="ADAL" clId="{42184082-8704-42DB-8865-1CF043EF340E}" dt="2026-07-28T07:31:13.072" v="643" actId="478"/>
        <pc:sldMkLst>
          <pc:docMk/>
          <pc:sldMk cId="3198892760" sldId="334"/>
        </pc:sldMkLst>
        <pc:picChg chg="add mod">
          <ac:chgData name="Paresh Pandurang Rane" userId="468e37ae-d46d-48c2-a834-3e32dd4b125a" providerId="ADAL" clId="{42184082-8704-42DB-8865-1CF043EF340E}" dt="2026-07-27T13:12:22.071" v="314" actId="1076"/>
          <ac:picMkLst>
            <pc:docMk/>
            <pc:sldMk cId="3198892760" sldId="334"/>
            <ac:picMk id="2" creationId="{25BF2711-3480-E507-E654-F90C1FB7D05B}"/>
          </ac:picMkLst>
        </pc:picChg>
        <pc:picChg chg="add del">
          <ac:chgData name="Paresh Pandurang Rane" userId="468e37ae-d46d-48c2-a834-3e32dd4b125a" providerId="ADAL" clId="{42184082-8704-42DB-8865-1CF043EF340E}" dt="2026-07-28T07:31:13.072" v="643" actId="478"/>
          <ac:picMkLst>
            <pc:docMk/>
            <pc:sldMk cId="3198892760" sldId="334"/>
            <ac:picMk id="3" creationId="{1D6BD6EC-9878-43EA-52FD-75DF302805BF}"/>
          </ac:picMkLst>
        </pc:picChg>
      </pc:sldChg>
      <pc:sldChg chg="modSp add mod ord">
        <pc:chgData name="Paresh Pandurang Rane" userId="468e37ae-d46d-48c2-a834-3e32dd4b125a" providerId="ADAL" clId="{42184082-8704-42DB-8865-1CF043EF340E}" dt="2026-07-28T07:21:35.124" v="628" actId="20577"/>
        <pc:sldMkLst>
          <pc:docMk/>
          <pc:sldMk cId="761056996" sldId="336"/>
        </pc:sldMkLst>
        <pc:spChg chg="mod">
          <ac:chgData name="Paresh Pandurang Rane" userId="468e37ae-d46d-48c2-a834-3e32dd4b125a" providerId="ADAL" clId="{42184082-8704-42DB-8865-1CF043EF340E}" dt="2026-07-28T07:21:35.124" v="628" actId="20577"/>
          <ac:spMkLst>
            <pc:docMk/>
            <pc:sldMk cId="761056996" sldId="336"/>
            <ac:spMk id="80" creationId="{0A14F7DB-85B9-75AF-FBF2-A41480669295}"/>
          </ac:spMkLst>
        </pc:spChg>
      </pc:sldChg>
      <pc:sldChg chg="addSp delSp modSp add mod">
        <pc:chgData name="Paresh Pandurang Rane" userId="468e37ae-d46d-48c2-a834-3e32dd4b125a" providerId="ADAL" clId="{42184082-8704-42DB-8865-1CF043EF340E}" dt="2026-07-28T07:28:21.327" v="640" actId="732"/>
        <pc:sldMkLst>
          <pc:docMk/>
          <pc:sldMk cId="2696276079" sldId="337"/>
        </pc:sldMkLst>
        <pc:spChg chg="del">
          <ac:chgData name="Paresh Pandurang Rane" userId="468e37ae-d46d-48c2-a834-3e32dd4b125a" providerId="ADAL" clId="{42184082-8704-42DB-8865-1CF043EF340E}" dt="2026-07-28T07:27:47.442" v="633" actId="478"/>
          <ac:spMkLst>
            <pc:docMk/>
            <pc:sldMk cId="2696276079" sldId="337"/>
            <ac:spMk id="4" creationId="{6D431F95-B3B3-C8F4-E379-644581276F47}"/>
          </ac:spMkLst>
        </pc:spChg>
        <pc:picChg chg="add mod modCrop">
          <ac:chgData name="Paresh Pandurang Rane" userId="468e37ae-d46d-48c2-a834-3e32dd4b125a" providerId="ADAL" clId="{42184082-8704-42DB-8865-1CF043EF340E}" dt="2026-07-28T07:28:21.327" v="640" actId="732"/>
          <ac:picMkLst>
            <pc:docMk/>
            <pc:sldMk cId="2696276079" sldId="337"/>
            <ac:picMk id="5" creationId="{DC23F618-4589-A685-4689-64AEC3E37628}"/>
          </ac:picMkLst>
        </pc:picChg>
      </pc:sldChg>
    </pc:docChg>
  </pc:docChgLst>
  <pc:docChgLst>
    <pc:chgData name="Shantnu Kumar" userId="S::shantnuk@cybage.com::53625017-8eab-4b21-8418-9e7e3996ba55" providerId="AD" clId="Web-{B5E7B859-9871-4E42-8F45-782FA0817EA6}"/>
    <pc:docChg chg="modSld">
      <pc:chgData name="Shantnu Kumar" userId="S::shantnuk@cybage.com::53625017-8eab-4b21-8418-9e7e3996ba55" providerId="AD" clId="Web-{B5E7B859-9871-4E42-8F45-782FA0817EA6}" dt="2026-07-27T13:52:38.893" v="4"/>
      <pc:docMkLst>
        <pc:docMk/>
      </pc:docMkLst>
      <pc:sldChg chg="addSp addAnim">
        <pc:chgData name="Shantnu Kumar" userId="S::shantnuk@cybage.com::53625017-8eab-4b21-8418-9e7e3996ba55" providerId="AD" clId="Web-{B5E7B859-9871-4E42-8F45-782FA0817EA6}" dt="2026-07-27T13:52:34.643" v="3"/>
        <pc:sldMkLst>
          <pc:docMk/>
          <pc:sldMk cId="1373038571" sldId="326"/>
        </pc:sldMkLst>
        <pc:picChg chg="add">
          <ac:chgData name="Shantnu Kumar" userId="S::shantnuk@cybage.com::53625017-8eab-4b21-8418-9e7e3996ba55" providerId="AD" clId="Web-{B5E7B859-9871-4E42-8F45-782FA0817EA6}" dt="2026-07-27T13:52:34.643" v="3"/>
          <ac:picMkLst>
            <pc:docMk/>
            <pc:sldMk cId="1373038571" sldId="326"/>
            <ac:picMk id="3" creationId="{8D86A71D-A73C-63B4-E920-65264F11F676}"/>
          </ac:picMkLst>
        </pc:picChg>
      </pc:sldChg>
      <pc:sldChg chg="addSp addAnim">
        <pc:chgData name="Shantnu Kumar" userId="S::shantnuk@cybage.com::53625017-8eab-4b21-8418-9e7e3996ba55" providerId="AD" clId="Web-{B5E7B859-9871-4E42-8F45-782FA0817EA6}" dt="2026-07-27T13:52:38.893" v="4"/>
        <pc:sldMkLst>
          <pc:docMk/>
          <pc:sldMk cId="3198892760" sldId="334"/>
        </pc:sldMkLst>
        <pc:picChg chg="add">
          <ac:chgData name="Shantnu Kumar" userId="S::shantnuk@cybage.com::53625017-8eab-4b21-8418-9e7e3996ba55" providerId="AD" clId="Web-{B5E7B859-9871-4E42-8F45-782FA0817EA6}" dt="2026-07-27T13:52:38.893" v="4"/>
          <ac:picMkLst>
            <pc:docMk/>
            <pc:sldMk cId="3198892760" sldId="334"/>
            <ac:picMk id="3" creationId="{1D6BD6EC-9878-43EA-52FD-75DF302805BF}"/>
          </ac:picMkLst>
        </pc:picChg>
      </pc:sldChg>
      <pc:sldChg chg="addSp modSp modMedia addAnim">
        <pc:chgData name="Shantnu Kumar" userId="S::shantnuk@cybage.com::53625017-8eab-4b21-8418-9e7e3996ba55" providerId="AD" clId="Web-{B5E7B859-9871-4E42-8F45-782FA0817EA6}" dt="2026-07-27T13:52:29.221" v="2" actId="1076"/>
        <pc:sldMkLst>
          <pc:docMk/>
          <pc:sldMk cId="2988227548" sldId="335"/>
        </pc:sldMkLst>
        <pc:picChg chg="add mod">
          <ac:chgData name="Shantnu Kumar" userId="S::shantnuk@cybage.com::53625017-8eab-4b21-8418-9e7e3996ba55" providerId="AD" clId="Web-{B5E7B859-9871-4E42-8F45-782FA0817EA6}" dt="2026-07-27T13:52:29.221" v="2" actId="1076"/>
          <ac:picMkLst>
            <pc:docMk/>
            <pc:sldMk cId="2988227548" sldId="335"/>
            <ac:picMk id="2" creationId="{98ADB140-3840-15B1-133C-CA056CD5BE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BAFCA8-25D7-433B-B8AF-856EF93BB86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26B98-FC1A-4708-8FBF-D3A5D9D25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13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F60A25-8396-EC87-AC3D-4B35BE6F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DC5B37A-624B-E81A-D63D-482B2834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BB431F0-EC79-47DC-3882-A6D431A5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4E70F6-3D08-820D-1971-D1AF39AC3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C771B0-0CB0-7001-CE2C-51C8F43490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122" y="5833681"/>
            <a:ext cx="1438275" cy="6953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73BD5D2-8FA6-E4A0-FA5F-3E9ABCC7D8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0" y="312801"/>
            <a:ext cx="1983295" cy="63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05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4F8BB27-3B90-112C-EB5A-0BFE39D590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56F9AE9-2173-E530-A823-837911BDE5CA}"/>
              </a:ext>
            </a:extLst>
          </p:cNvPr>
          <p:cNvGrpSpPr/>
          <p:nvPr userDrawn="1"/>
        </p:nvGrpSpPr>
        <p:grpSpPr>
          <a:xfrm>
            <a:off x="9088244" y="351284"/>
            <a:ext cx="2775364" cy="514342"/>
            <a:chOff x="6031035" y="1082773"/>
            <a:chExt cx="3044082" cy="564142"/>
          </a:xfrm>
        </p:grpSpPr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4167E07A-AE75-D493-EA46-6D856CCDDFA6}"/>
                </a:ext>
              </a:extLst>
            </p:cNvPr>
            <p:cNvGrpSpPr/>
            <p:nvPr/>
          </p:nvGrpSpPr>
          <p:grpSpPr>
            <a:xfrm>
              <a:off x="7911246" y="1082773"/>
              <a:ext cx="1163871" cy="564142"/>
              <a:chOff x="8415908" y="942975"/>
              <a:chExt cx="1345692" cy="652272"/>
            </a:xfrm>
          </p:grpSpPr>
          <p:grpSp>
            <p:nvGrpSpPr>
              <p:cNvPr id="55" name="Graphic 2">
                <a:extLst>
                  <a:ext uri="{FF2B5EF4-FFF2-40B4-BE49-F238E27FC236}">
                    <a16:creationId xmlns:a16="http://schemas.microsoft.com/office/drawing/2014/main" id="{E3D04F49-74CB-23D8-9001-66996ED07105}"/>
                  </a:ext>
                </a:extLst>
              </p:cNvPr>
              <p:cNvGrpSpPr/>
              <p:nvPr/>
            </p:nvGrpSpPr>
            <p:grpSpPr>
              <a:xfrm>
                <a:off x="8415908" y="942975"/>
                <a:ext cx="1345692" cy="508635"/>
                <a:chOff x="8415908" y="942975"/>
                <a:chExt cx="1345692" cy="508635"/>
              </a:xfrm>
            </p:grpSpPr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DF92257B-37CB-D2C8-A2B9-DF173C788DA1}"/>
                    </a:ext>
                  </a:extLst>
                </p:cNvPr>
                <p:cNvSpPr/>
                <p:nvPr/>
              </p:nvSpPr>
              <p:spPr>
                <a:xfrm>
                  <a:off x="8848629" y="1302543"/>
                  <a:ext cx="128873" cy="146018"/>
                </a:xfrm>
                <a:custGeom>
                  <a:avLst/>
                  <a:gdLst>
                    <a:gd name="csX0" fmla="*/ 95 w 128873"/>
                    <a:gd name="csY0" fmla="*/ 0 h 146018"/>
                    <a:gd name="csX1" fmla="*/ 95 w 128873"/>
                    <a:gd name="csY1" fmla="*/ 0 h 146018"/>
                    <a:gd name="csX2" fmla="*/ 128874 w 128873"/>
                    <a:gd name="csY2" fmla="*/ 68961 h 146018"/>
                    <a:gd name="csX3" fmla="*/ 0 w 128873"/>
                    <a:gd name="csY3" fmla="*/ 146018 h 146018"/>
                    <a:gd name="csX4" fmla="*/ 95 w 128873"/>
                    <a:gd name="csY4" fmla="*/ 0 h 1460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8873" h="146018">
                      <a:moveTo>
                        <a:pt x="95" y="0"/>
                      </a:moveTo>
                      <a:lnTo>
                        <a:pt x="95" y="0"/>
                      </a:lnTo>
                      <a:lnTo>
                        <a:pt x="128874" y="68961"/>
                      </a:lnTo>
                      <a:lnTo>
                        <a:pt x="0" y="146018"/>
                      </a:lnTo>
                      <a:lnTo>
                        <a:pt x="95" y="0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293634AA-CCA2-86A5-031F-005D7B8B6648}"/>
                    </a:ext>
                  </a:extLst>
                </p:cNvPr>
                <p:cNvSpPr/>
                <p:nvPr/>
              </p:nvSpPr>
              <p:spPr>
                <a:xfrm>
                  <a:off x="8720042" y="1302543"/>
                  <a:ext cx="128778" cy="146018"/>
                </a:xfrm>
                <a:custGeom>
                  <a:avLst/>
                  <a:gdLst>
                    <a:gd name="csX0" fmla="*/ 128683 w 128778"/>
                    <a:gd name="csY0" fmla="*/ 0 h 146018"/>
                    <a:gd name="csX1" fmla="*/ 128683 w 128778"/>
                    <a:gd name="csY1" fmla="*/ 0 h 146018"/>
                    <a:gd name="csX2" fmla="*/ 0 w 128778"/>
                    <a:gd name="csY2" fmla="*/ 68961 h 146018"/>
                    <a:gd name="csX3" fmla="*/ 128778 w 128778"/>
                    <a:gd name="csY3" fmla="*/ 146018 h 146018"/>
                    <a:gd name="csX4" fmla="*/ 128683 w 128778"/>
                    <a:gd name="csY4" fmla="*/ 0 h 1460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8778" h="146018">
                      <a:moveTo>
                        <a:pt x="128683" y="0"/>
                      </a:moveTo>
                      <a:lnTo>
                        <a:pt x="128683" y="0"/>
                      </a:lnTo>
                      <a:lnTo>
                        <a:pt x="0" y="68961"/>
                      </a:lnTo>
                      <a:lnTo>
                        <a:pt x="128778" y="146018"/>
                      </a:lnTo>
                      <a:lnTo>
                        <a:pt x="128683" y="0"/>
                      </a:lnTo>
                      <a:close/>
                    </a:path>
                  </a:pathLst>
                </a:custGeom>
                <a:solidFill>
                  <a:srgbClr val="0065A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2F52FDBE-8F67-E570-731E-0B7A3D636EC1}"/>
                    </a:ext>
                  </a:extLst>
                </p:cNvPr>
                <p:cNvSpPr/>
                <p:nvPr/>
              </p:nvSpPr>
              <p:spPr>
                <a:xfrm>
                  <a:off x="8719946" y="1225486"/>
                  <a:ext cx="128778" cy="146018"/>
                </a:xfrm>
                <a:custGeom>
                  <a:avLst/>
                  <a:gdLst>
                    <a:gd name="csX0" fmla="*/ 95 w 128778"/>
                    <a:gd name="csY0" fmla="*/ 146018 h 146018"/>
                    <a:gd name="csX1" fmla="*/ 95 w 128778"/>
                    <a:gd name="csY1" fmla="*/ 146018 h 146018"/>
                    <a:gd name="csX2" fmla="*/ 128778 w 128778"/>
                    <a:gd name="csY2" fmla="*/ 77057 h 146018"/>
                    <a:gd name="csX3" fmla="*/ 0 w 128778"/>
                    <a:gd name="csY3" fmla="*/ 0 h 146018"/>
                    <a:gd name="csX4" fmla="*/ 95 w 128778"/>
                    <a:gd name="csY4" fmla="*/ 146018 h 1460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8778" h="146018">
                      <a:moveTo>
                        <a:pt x="95" y="146018"/>
                      </a:moveTo>
                      <a:lnTo>
                        <a:pt x="95" y="146018"/>
                      </a:lnTo>
                      <a:lnTo>
                        <a:pt x="128778" y="77057"/>
                      </a:lnTo>
                      <a:lnTo>
                        <a:pt x="0" y="0"/>
                      </a:lnTo>
                      <a:lnTo>
                        <a:pt x="95" y="146018"/>
                      </a:lnTo>
                      <a:close/>
                    </a:path>
                  </a:pathLst>
                </a:custGeom>
                <a:solidFill>
                  <a:srgbClr val="33A0D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DC186454-07A6-2FA4-8C02-335C1587DC63}"/>
                    </a:ext>
                  </a:extLst>
                </p:cNvPr>
                <p:cNvSpPr/>
                <p:nvPr/>
              </p:nvSpPr>
              <p:spPr>
                <a:xfrm>
                  <a:off x="8709374" y="1150524"/>
                  <a:ext cx="114586" cy="137255"/>
                </a:xfrm>
                <a:custGeom>
                  <a:avLst/>
                  <a:gdLst>
                    <a:gd name="csX0" fmla="*/ 0 w 114586"/>
                    <a:gd name="csY0" fmla="*/ 68770 h 137255"/>
                    <a:gd name="csX1" fmla="*/ 0 w 114586"/>
                    <a:gd name="csY1" fmla="*/ 68770 h 137255"/>
                    <a:gd name="csX2" fmla="*/ 114586 w 114586"/>
                    <a:gd name="csY2" fmla="*/ 137255 h 137255"/>
                    <a:gd name="csX3" fmla="*/ 114300 w 114586"/>
                    <a:gd name="csY3" fmla="*/ 0 h 137255"/>
                    <a:gd name="csX4" fmla="*/ 0 w 114586"/>
                    <a:gd name="csY4" fmla="*/ 68770 h 1372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4586" h="137255">
                      <a:moveTo>
                        <a:pt x="0" y="68770"/>
                      </a:moveTo>
                      <a:lnTo>
                        <a:pt x="0" y="68770"/>
                      </a:lnTo>
                      <a:lnTo>
                        <a:pt x="114586" y="137255"/>
                      </a:lnTo>
                      <a:lnTo>
                        <a:pt x="114300" y="0"/>
                      </a:lnTo>
                      <a:lnTo>
                        <a:pt x="0" y="68770"/>
                      </a:lnTo>
                      <a:close/>
                    </a:path>
                  </a:pathLst>
                </a:custGeom>
                <a:solidFill>
                  <a:srgbClr val="45C3D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642F52EE-F58B-37F7-8265-1AA7C6AA572A}"/>
                    </a:ext>
                  </a:extLst>
                </p:cNvPr>
                <p:cNvSpPr/>
                <p:nvPr/>
              </p:nvSpPr>
              <p:spPr>
                <a:xfrm>
                  <a:off x="8823293" y="1140714"/>
                  <a:ext cx="84676" cy="101155"/>
                </a:xfrm>
                <a:custGeom>
                  <a:avLst/>
                  <a:gdLst>
                    <a:gd name="csX0" fmla="*/ 84677 w 84676"/>
                    <a:gd name="csY0" fmla="*/ 50197 h 101155"/>
                    <a:gd name="csX1" fmla="*/ 84677 w 84676"/>
                    <a:gd name="csY1" fmla="*/ 50197 h 101155"/>
                    <a:gd name="csX2" fmla="*/ 571 w 84676"/>
                    <a:gd name="csY2" fmla="*/ 101155 h 101155"/>
                    <a:gd name="csX3" fmla="*/ 0 w 84676"/>
                    <a:gd name="csY3" fmla="*/ 0 h 101155"/>
                    <a:gd name="csX4" fmla="*/ 84677 w 84676"/>
                    <a:gd name="csY4" fmla="*/ 50197 h 1011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4676" h="101155">
                      <a:moveTo>
                        <a:pt x="84677" y="50197"/>
                      </a:moveTo>
                      <a:lnTo>
                        <a:pt x="84677" y="50197"/>
                      </a:lnTo>
                      <a:lnTo>
                        <a:pt x="571" y="101155"/>
                      </a:lnTo>
                      <a:lnTo>
                        <a:pt x="0" y="0"/>
                      </a:lnTo>
                      <a:lnTo>
                        <a:pt x="84677" y="50197"/>
                      </a:lnTo>
                      <a:close/>
                    </a:path>
                  </a:pathLst>
                </a:custGeom>
                <a:solidFill>
                  <a:srgbClr val="A2CD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26DA6672-0029-3026-351D-939C5A7DA632}"/>
                    </a:ext>
                  </a:extLst>
                </p:cNvPr>
                <p:cNvSpPr/>
                <p:nvPr/>
              </p:nvSpPr>
              <p:spPr>
                <a:xfrm>
                  <a:off x="8853963" y="1186053"/>
                  <a:ext cx="65722" cy="72199"/>
                </a:xfrm>
                <a:custGeom>
                  <a:avLst/>
                  <a:gdLst>
                    <a:gd name="csX0" fmla="*/ 61817 w 65722"/>
                    <a:gd name="csY0" fmla="*/ 0 h 72199"/>
                    <a:gd name="csX1" fmla="*/ 61817 w 65722"/>
                    <a:gd name="csY1" fmla="*/ 0 h 72199"/>
                    <a:gd name="csX2" fmla="*/ 65723 w 65722"/>
                    <a:gd name="csY2" fmla="*/ 72199 h 72199"/>
                    <a:gd name="csX3" fmla="*/ 0 w 65722"/>
                    <a:gd name="csY3" fmla="*/ 37528 h 72199"/>
                    <a:gd name="csX4" fmla="*/ 61817 w 65722"/>
                    <a:gd name="csY4" fmla="*/ 0 h 721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5722" h="72199">
                      <a:moveTo>
                        <a:pt x="61817" y="0"/>
                      </a:moveTo>
                      <a:lnTo>
                        <a:pt x="61817" y="0"/>
                      </a:lnTo>
                      <a:lnTo>
                        <a:pt x="65723" y="72199"/>
                      </a:lnTo>
                      <a:lnTo>
                        <a:pt x="0" y="37528"/>
                      </a:lnTo>
                      <a:lnTo>
                        <a:pt x="61817" y="0"/>
                      </a:lnTo>
                      <a:close/>
                    </a:path>
                  </a:pathLst>
                </a:custGeom>
                <a:solidFill>
                  <a:srgbClr val="F05D6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3B14A3A1-A847-8CFA-28A5-B6157A4733A0}"/>
                    </a:ext>
                  </a:extLst>
                </p:cNvPr>
                <p:cNvSpPr/>
                <p:nvPr/>
              </p:nvSpPr>
              <p:spPr>
                <a:xfrm>
                  <a:off x="8917019" y="1210246"/>
                  <a:ext cx="46768" cy="54673"/>
                </a:xfrm>
                <a:custGeom>
                  <a:avLst/>
                  <a:gdLst>
                    <a:gd name="csX0" fmla="*/ 46768 w 46768"/>
                    <a:gd name="csY0" fmla="*/ 25241 h 54673"/>
                    <a:gd name="csX1" fmla="*/ 46768 w 46768"/>
                    <a:gd name="csY1" fmla="*/ 25241 h 54673"/>
                    <a:gd name="csX2" fmla="*/ 2477 w 46768"/>
                    <a:gd name="csY2" fmla="*/ 54673 h 54673"/>
                    <a:gd name="csX3" fmla="*/ 0 w 46768"/>
                    <a:gd name="csY3" fmla="*/ 0 h 54673"/>
                    <a:gd name="csX4" fmla="*/ 46768 w 46768"/>
                    <a:gd name="csY4" fmla="*/ 25241 h 546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6768" h="54673">
                      <a:moveTo>
                        <a:pt x="46768" y="25241"/>
                      </a:moveTo>
                      <a:lnTo>
                        <a:pt x="46768" y="25241"/>
                      </a:lnTo>
                      <a:lnTo>
                        <a:pt x="2477" y="54673"/>
                      </a:lnTo>
                      <a:lnTo>
                        <a:pt x="0" y="0"/>
                      </a:lnTo>
                      <a:lnTo>
                        <a:pt x="46768" y="25241"/>
                      </a:lnTo>
                      <a:close/>
                    </a:path>
                  </a:pathLst>
                </a:custGeom>
                <a:solidFill>
                  <a:srgbClr val="F6922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EA09ACAE-C910-EDA7-5EB6-E8259E6665E8}"/>
                    </a:ext>
                  </a:extLst>
                </p:cNvPr>
                <p:cNvSpPr/>
                <p:nvPr/>
              </p:nvSpPr>
              <p:spPr>
                <a:xfrm>
                  <a:off x="9199435" y="946022"/>
                  <a:ext cx="124967" cy="145827"/>
                </a:xfrm>
                <a:custGeom>
                  <a:avLst/>
                  <a:gdLst>
                    <a:gd name="csX0" fmla="*/ 124968 w 124967"/>
                    <a:gd name="csY0" fmla="*/ 0 h 145827"/>
                    <a:gd name="csX1" fmla="*/ 0 w 124967"/>
                    <a:gd name="csY1" fmla="*/ 0 h 145827"/>
                    <a:gd name="csX2" fmla="*/ 0 w 124967"/>
                    <a:gd name="csY2" fmla="*/ 32671 h 145827"/>
                    <a:gd name="csX3" fmla="*/ 43529 w 124967"/>
                    <a:gd name="csY3" fmla="*/ 32671 h 145827"/>
                    <a:gd name="csX4" fmla="*/ 43529 w 124967"/>
                    <a:gd name="csY4" fmla="*/ 145828 h 145827"/>
                    <a:gd name="csX5" fmla="*/ 81439 w 124967"/>
                    <a:gd name="csY5" fmla="*/ 145828 h 145827"/>
                    <a:gd name="csX6" fmla="*/ 81439 w 124967"/>
                    <a:gd name="csY6" fmla="*/ 32671 h 145827"/>
                    <a:gd name="csX7" fmla="*/ 124968 w 124967"/>
                    <a:gd name="csY7" fmla="*/ 32671 h 145827"/>
                    <a:gd name="csX8" fmla="*/ 124968 w 124967"/>
                    <a:gd name="csY8" fmla="*/ 0 h 1458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4967" h="145827">
                      <a:moveTo>
                        <a:pt x="124968" y="0"/>
                      </a:moveTo>
                      <a:lnTo>
                        <a:pt x="0" y="0"/>
                      </a:lnTo>
                      <a:lnTo>
                        <a:pt x="0" y="32671"/>
                      </a:lnTo>
                      <a:lnTo>
                        <a:pt x="43529" y="32671"/>
                      </a:lnTo>
                      <a:lnTo>
                        <a:pt x="43529" y="145828"/>
                      </a:lnTo>
                      <a:lnTo>
                        <a:pt x="81439" y="145828"/>
                      </a:lnTo>
                      <a:lnTo>
                        <a:pt x="81439" y="32671"/>
                      </a:lnTo>
                      <a:lnTo>
                        <a:pt x="124968" y="32671"/>
                      </a:lnTo>
                      <a:lnTo>
                        <a:pt x="124968" y="0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3B0B5E58-218E-4B82-14FD-5E003FA4D8AC}"/>
                    </a:ext>
                  </a:extLst>
                </p:cNvPr>
                <p:cNvSpPr/>
                <p:nvPr/>
              </p:nvSpPr>
              <p:spPr>
                <a:xfrm>
                  <a:off x="9341167" y="946022"/>
                  <a:ext cx="118204" cy="145827"/>
                </a:xfrm>
                <a:custGeom>
                  <a:avLst/>
                  <a:gdLst>
                    <a:gd name="csX0" fmla="*/ 0 w 118204"/>
                    <a:gd name="csY0" fmla="*/ 145828 h 145827"/>
                    <a:gd name="csX1" fmla="*/ 118205 w 118204"/>
                    <a:gd name="csY1" fmla="*/ 145828 h 145827"/>
                    <a:gd name="csX2" fmla="*/ 118205 w 118204"/>
                    <a:gd name="csY2" fmla="*/ 113157 h 145827"/>
                    <a:gd name="csX3" fmla="*/ 37909 w 118204"/>
                    <a:gd name="csY3" fmla="*/ 113157 h 145827"/>
                    <a:gd name="csX4" fmla="*/ 37909 w 118204"/>
                    <a:gd name="csY4" fmla="*/ 85344 h 145827"/>
                    <a:gd name="csX5" fmla="*/ 109442 w 118204"/>
                    <a:gd name="csY5" fmla="*/ 85344 h 145827"/>
                    <a:gd name="csX6" fmla="*/ 109442 w 118204"/>
                    <a:gd name="csY6" fmla="*/ 56007 h 145827"/>
                    <a:gd name="csX7" fmla="*/ 37909 w 118204"/>
                    <a:gd name="csY7" fmla="*/ 56007 h 145827"/>
                    <a:gd name="csX8" fmla="*/ 37909 w 118204"/>
                    <a:gd name="csY8" fmla="*/ 30480 h 145827"/>
                    <a:gd name="csX9" fmla="*/ 116110 w 118204"/>
                    <a:gd name="csY9" fmla="*/ 30480 h 145827"/>
                    <a:gd name="csX10" fmla="*/ 116110 w 118204"/>
                    <a:gd name="csY10" fmla="*/ 0 h 145827"/>
                    <a:gd name="csX11" fmla="*/ 0 w 118204"/>
                    <a:gd name="csY11" fmla="*/ 0 h 145827"/>
                    <a:gd name="csX12" fmla="*/ 0 w 118204"/>
                    <a:gd name="csY12" fmla="*/ 145828 h 1458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118204" h="145827">
                      <a:moveTo>
                        <a:pt x="0" y="145828"/>
                      </a:moveTo>
                      <a:lnTo>
                        <a:pt x="118205" y="145828"/>
                      </a:lnTo>
                      <a:lnTo>
                        <a:pt x="118205" y="113157"/>
                      </a:lnTo>
                      <a:lnTo>
                        <a:pt x="37909" y="113157"/>
                      </a:lnTo>
                      <a:lnTo>
                        <a:pt x="37909" y="85344"/>
                      </a:lnTo>
                      <a:lnTo>
                        <a:pt x="109442" y="85344"/>
                      </a:lnTo>
                      <a:lnTo>
                        <a:pt x="109442" y="56007"/>
                      </a:lnTo>
                      <a:lnTo>
                        <a:pt x="37909" y="56007"/>
                      </a:lnTo>
                      <a:lnTo>
                        <a:pt x="37909" y="30480"/>
                      </a:lnTo>
                      <a:lnTo>
                        <a:pt x="116110" y="30480"/>
                      </a:lnTo>
                      <a:lnTo>
                        <a:pt x="116110" y="0"/>
                      </a:lnTo>
                      <a:lnTo>
                        <a:pt x="0" y="0"/>
                      </a:lnTo>
                      <a:lnTo>
                        <a:pt x="0" y="145828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4F374670-CE4D-02F5-2F4F-8BF75437843F}"/>
                    </a:ext>
                  </a:extLst>
                </p:cNvPr>
                <p:cNvSpPr/>
                <p:nvPr/>
              </p:nvSpPr>
              <p:spPr>
                <a:xfrm>
                  <a:off x="9476517" y="942975"/>
                  <a:ext cx="139256" cy="151923"/>
                </a:xfrm>
                <a:custGeom>
                  <a:avLst/>
                  <a:gdLst>
                    <a:gd name="csX0" fmla="*/ 139256 w 139256"/>
                    <a:gd name="csY0" fmla="*/ 55150 h 151923"/>
                    <a:gd name="csX1" fmla="*/ 72676 w 139256"/>
                    <a:gd name="csY1" fmla="*/ 0 h 151923"/>
                    <a:gd name="csX2" fmla="*/ 0 w 139256"/>
                    <a:gd name="csY2" fmla="*/ 76010 h 151923"/>
                    <a:gd name="csX3" fmla="*/ 72676 w 139256"/>
                    <a:gd name="csY3" fmla="*/ 151924 h 151923"/>
                    <a:gd name="csX4" fmla="*/ 139256 w 139256"/>
                    <a:gd name="csY4" fmla="*/ 92297 h 151923"/>
                    <a:gd name="csX5" fmla="*/ 101346 w 139256"/>
                    <a:gd name="csY5" fmla="*/ 92297 h 151923"/>
                    <a:gd name="csX6" fmla="*/ 71914 w 139256"/>
                    <a:gd name="csY6" fmla="*/ 119253 h 151923"/>
                    <a:gd name="csX7" fmla="*/ 38005 w 139256"/>
                    <a:gd name="csY7" fmla="*/ 76010 h 151923"/>
                    <a:gd name="csX8" fmla="*/ 71914 w 139256"/>
                    <a:gd name="csY8" fmla="*/ 32671 h 151923"/>
                    <a:gd name="csX9" fmla="*/ 101346 w 139256"/>
                    <a:gd name="csY9" fmla="*/ 55150 h 151923"/>
                    <a:gd name="csX10" fmla="*/ 139256 w 139256"/>
                    <a:gd name="csY10" fmla="*/ 55150 h 1519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39256" h="151923">
                      <a:moveTo>
                        <a:pt x="139256" y="55150"/>
                      </a:moveTo>
                      <a:cubicBezTo>
                        <a:pt x="138208" y="20003"/>
                        <a:pt x="104109" y="0"/>
                        <a:pt x="72676" y="0"/>
                      </a:cubicBezTo>
                      <a:cubicBezTo>
                        <a:pt x="28575" y="0"/>
                        <a:pt x="0" y="33719"/>
                        <a:pt x="0" y="76010"/>
                      </a:cubicBezTo>
                      <a:cubicBezTo>
                        <a:pt x="0" y="118301"/>
                        <a:pt x="28575" y="151924"/>
                        <a:pt x="72676" y="151924"/>
                      </a:cubicBezTo>
                      <a:cubicBezTo>
                        <a:pt x="109633" y="151924"/>
                        <a:pt x="137160" y="129826"/>
                        <a:pt x="139256" y="92297"/>
                      </a:cubicBezTo>
                      <a:lnTo>
                        <a:pt x="101346" y="92297"/>
                      </a:lnTo>
                      <a:cubicBezTo>
                        <a:pt x="99918" y="109061"/>
                        <a:pt x="89726" y="119253"/>
                        <a:pt x="71914" y="119253"/>
                      </a:cubicBezTo>
                      <a:cubicBezTo>
                        <a:pt x="47435" y="119253"/>
                        <a:pt x="38005" y="97631"/>
                        <a:pt x="38005" y="76010"/>
                      </a:cubicBezTo>
                      <a:cubicBezTo>
                        <a:pt x="38005" y="54388"/>
                        <a:pt x="47340" y="32671"/>
                        <a:pt x="71914" y="32671"/>
                      </a:cubicBezTo>
                      <a:cubicBezTo>
                        <a:pt x="87821" y="32671"/>
                        <a:pt x="99251" y="40481"/>
                        <a:pt x="101346" y="55150"/>
                      </a:cubicBezTo>
                      <a:lnTo>
                        <a:pt x="139256" y="55150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7A404DD1-E6FB-3B9C-88FC-B089AC8C239B}"/>
                    </a:ext>
                  </a:extLst>
                </p:cNvPr>
                <p:cNvSpPr/>
                <p:nvPr/>
              </p:nvSpPr>
              <p:spPr>
                <a:xfrm>
                  <a:off x="9635585" y="946022"/>
                  <a:ext cx="126016" cy="145827"/>
                </a:xfrm>
                <a:custGeom>
                  <a:avLst/>
                  <a:gdLst>
                    <a:gd name="csX0" fmla="*/ 0 w 126016"/>
                    <a:gd name="csY0" fmla="*/ 145828 h 145827"/>
                    <a:gd name="csX1" fmla="*/ 38005 w 126016"/>
                    <a:gd name="csY1" fmla="*/ 145828 h 145827"/>
                    <a:gd name="csX2" fmla="*/ 38005 w 126016"/>
                    <a:gd name="csY2" fmla="*/ 85725 h 145827"/>
                    <a:gd name="csX3" fmla="*/ 88011 w 126016"/>
                    <a:gd name="csY3" fmla="*/ 85725 h 145827"/>
                    <a:gd name="csX4" fmla="*/ 88011 w 126016"/>
                    <a:gd name="csY4" fmla="*/ 145828 h 145827"/>
                    <a:gd name="csX5" fmla="*/ 126016 w 126016"/>
                    <a:gd name="csY5" fmla="*/ 145828 h 145827"/>
                    <a:gd name="csX6" fmla="*/ 126016 w 126016"/>
                    <a:gd name="csY6" fmla="*/ 0 h 145827"/>
                    <a:gd name="csX7" fmla="*/ 88011 w 126016"/>
                    <a:gd name="csY7" fmla="*/ 0 h 145827"/>
                    <a:gd name="csX8" fmla="*/ 88011 w 126016"/>
                    <a:gd name="csY8" fmla="*/ 53054 h 145827"/>
                    <a:gd name="csX9" fmla="*/ 38005 w 126016"/>
                    <a:gd name="csY9" fmla="*/ 53054 h 145827"/>
                    <a:gd name="csX10" fmla="*/ 38005 w 126016"/>
                    <a:gd name="csY10" fmla="*/ 0 h 145827"/>
                    <a:gd name="csX11" fmla="*/ 0 w 126016"/>
                    <a:gd name="csY11" fmla="*/ 0 h 145827"/>
                    <a:gd name="csX12" fmla="*/ 0 w 126016"/>
                    <a:gd name="csY12" fmla="*/ 145828 h 1458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126016" h="145827">
                      <a:moveTo>
                        <a:pt x="0" y="145828"/>
                      </a:moveTo>
                      <a:lnTo>
                        <a:pt x="38005" y="145828"/>
                      </a:lnTo>
                      <a:lnTo>
                        <a:pt x="38005" y="85725"/>
                      </a:lnTo>
                      <a:lnTo>
                        <a:pt x="88011" y="85725"/>
                      </a:lnTo>
                      <a:lnTo>
                        <a:pt x="88011" y="145828"/>
                      </a:lnTo>
                      <a:lnTo>
                        <a:pt x="126016" y="145828"/>
                      </a:lnTo>
                      <a:lnTo>
                        <a:pt x="126016" y="0"/>
                      </a:lnTo>
                      <a:lnTo>
                        <a:pt x="88011" y="0"/>
                      </a:lnTo>
                      <a:lnTo>
                        <a:pt x="88011" y="53054"/>
                      </a:lnTo>
                      <a:lnTo>
                        <a:pt x="38005" y="53054"/>
                      </a:lnTo>
                      <a:lnTo>
                        <a:pt x="38005" y="0"/>
                      </a:lnTo>
                      <a:lnTo>
                        <a:pt x="0" y="0"/>
                      </a:lnTo>
                      <a:lnTo>
                        <a:pt x="0" y="145828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A4710BBA-4938-41B5-DCF3-394E3AED5B1D}"/>
                    </a:ext>
                  </a:extLst>
                </p:cNvPr>
                <p:cNvSpPr/>
                <p:nvPr/>
              </p:nvSpPr>
              <p:spPr>
                <a:xfrm>
                  <a:off x="9469850" y="1134522"/>
                  <a:ext cx="291655" cy="317087"/>
                </a:xfrm>
                <a:custGeom>
                  <a:avLst/>
                  <a:gdLst>
                    <a:gd name="csX0" fmla="*/ 290417 w 291655"/>
                    <a:gd name="csY0" fmla="*/ 120015 h 317087"/>
                    <a:gd name="csX1" fmla="*/ 153448 w 291655"/>
                    <a:gd name="csY1" fmla="*/ 0 h 317087"/>
                    <a:gd name="csX2" fmla="*/ 0 w 291655"/>
                    <a:gd name="csY2" fmla="*/ 158496 h 317087"/>
                    <a:gd name="csX3" fmla="*/ 153448 w 291655"/>
                    <a:gd name="csY3" fmla="*/ 317087 h 317087"/>
                    <a:gd name="csX4" fmla="*/ 291655 w 291655"/>
                    <a:gd name="csY4" fmla="*/ 191167 h 317087"/>
                    <a:gd name="csX5" fmla="*/ 200120 w 291655"/>
                    <a:gd name="csY5" fmla="*/ 191167 h 317087"/>
                    <a:gd name="csX6" fmla="*/ 150971 w 291655"/>
                    <a:gd name="csY6" fmla="*/ 241649 h 317087"/>
                    <a:gd name="csX7" fmla="*/ 93345 w 291655"/>
                    <a:gd name="csY7" fmla="*/ 158496 h 317087"/>
                    <a:gd name="csX8" fmla="*/ 150971 w 291655"/>
                    <a:gd name="csY8" fmla="*/ 75438 h 317087"/>
                    <a:gd name="csX9" fmla="*/ 199739 w 291655"/>
                    <a:gd name="csY9" fmla="*/ 120015 h 317087"/>
                    <a:gd name="csX10" fmla="*/ 290417 w 291655"/>
                    <a:gd name="csY10" fmla="*/ 120015 h 3170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291655" h="317087">
                      <a:moveTo>
                        <a:pt x="290417" y="120015"/>
                      </a:moveTo>
                      <a:cubicBezTo>
                        <a:pt x="282321" y="44101"/>
                        <a:pt x="236601" y="476"/>
                        <a:pt x="153448" y="0"/>
                      </a:cubicBezTo>
                      <a:cubicBezTo>
                        <a:pt x="60198" y="0"/>
                        <a:pt x="0" y="63151"/>
                        <a:pt x="0" y="158496"/>
                      </a:cubicBezTo>
                      <a:cubicBezTo>
                        <a:pt x="0" y="247936"/>
                        <a:pt x="55530" y="317087"/>
                        <a:pt x="153448" y="317087"/>
                      </a:cubicBezTo>
                      <a:cubicBezTo>
                        <a:pt x="242030" y="317087"/>
                        <a:pt x="291655" y="252222"/>
                        <a:pt x="291655" y="191167"/>
                      </a:cubicBezTo>
                      <a:lnTo>
                        <a:pt x="200120" y="191167"/>
                      </a:lnTo>
                      <a:cubicBezTo>
                        <a:pt x="194596" y="219551"/>
                        <a:pt x="182308" y="241649"/>
                        <a:pt x="150971" y="241649"/>
                      </a:cubicBezTo>
                      <a:cubicBezTo>
                        <a:pt x="107251" y="241649"/>
                        <a:pt x="93345" y="199263"/>
                        <a:pt x="93345" y="158496"/>
                      </a:cubicBezTo>
                      <a:cubicBezTo>
                        <a:pt x="93345" y="117729"/>
                        <a:pt x="107346" y="75438"/>
                        <a:pt x="150971" y="75438"/>
                      </a:cubicBezTo>
                      <a:cubicBezTo>
                        <a:pt x="189547" y="75438"/>
                        <a:pt x="198025" y="108966"/>
                        <a:pt x="199739" y="120015"/>
                      </a:cubicBezTo>
                      <a:lnTo>
                        <a:pt x="290417" y="120015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C0BC4F53-C611-A76D-6305-93ED4F570F37}"/>
                    </a:ext>
                  </a:extLst>
                </p:cNvPr>
                <p:cNvSpPr/>
                <p:nvPr/>
              </p:nvSpPr>
              <p:spPr>
                <a:xfrm>
                  <a:off x="8415908" y="1143095"/>
                  <a:ext cx="262889" cy="302704"/>
                </a:xfrm>
                <a:custGeom>
                  <a:avLst/>
                  <a:gdLst>
                    <a:gd name="csX0" fmla="*/ 84867 w 262889"/>
                    <a:gd name="csY0" fmla="*/ 302705 h 302704"/>
                    <a:gd name="csX1" fmla="*/ 178118 w 262889"/>
                    <a:gd name="csY1" fmla="*/ 302705 h 302704"/>
                    <a:gd name="csX2" fmla="*/ 178118 w 262889"/>
                    <a:gd name="csY2" fmla="*/ 77629 h 302704"/>
                    <a:gd name="csX3" fmla="*/ 262890 w 262889"/>
                    <a:gd name="csY3" fmla="*/ 77629 h 302704"/>
                    <a:gd name="csX4" fmla="*/ 262890 w 262889"/>
                    <a:gd name="csY4" fmla="*/ 0 h 302704"/>
                    <a:gd name="csX5" fmla="*/ 0 w 262889"/>
                    <a:gd name="csY5" fmla="*/ 0 h 302704"/>
                    <a:gd name="csX6" fmla="*/ 0 w 262889"/>
                    <a:gd name="csY6" fmla="*/ 77629 h 302704"/>
                    <a:gd name="csX7" fmla="*/ 84867 w 262889"/>
                    <a:gd name="csY7" fmla="*/ 77629 h 302704"/>
                    <a:gd name="csX8" fmla="*/ 84867 w 262889"/>
                    <a:gd name="csY8" fmla="*/ 302705 h 3027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62889" h="302704">
                      <a:moveTo>
                        <a:pt x="84867" y="302705"/>
                      </a:moveTo>
                      <a:lnTo>
                        <a:pt x="178118" y="302705"/>
                      </a:lnTo>
                      <a:lnTo>
                        <a:pt x="178118" y="77629"/>
                      </a:lnTo>
                      <a:lnTo>
                        <a:pt x="262890" y="77629"/>
                      </a:lnTo>
                      <a:lnTo>
                        <a:pt x="262890" y="0"/>
                      </a:lnTo>
                      <a:lnTo>
                        <a:pt x="0" y="0"/>
                      </a:lnTo>
                      <a:lnTo>
                        <a:pt x="0" y="77629"/>
                      </a:lnTo>
                      <a:lnTo>
                        <a:pt x="84867" y="77629"/>
                      </a:lnTo>
                      <a:lnTo>
                        <a:pt x="84867" y="302705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A69135B5-13FD-886D-5E15-06A581F474EB}"/>
                    </a:ext>
                  </a:extLst>
                </p:cNvPr>
                <p:cNvSpPr/>
                <p:nvPr/>
              </p:nvSpPr>
              <p:spPr>
                <a:xfrm>
                  <a:off x="9015412" y="1143095"/>
                  <a:ext cx="272605" cy="302704"/>
                </a:xfrm>
                <a:custGeom>
                  <a:avLst/>
                  <a:gdLst>
                    <a:gd name="csX0" fmla="*/ 0 w 272605"/>
                    <a:gd name="csY0" fmla="*/ 302705 h 302704"/>
                    <a:gd name="csX1" fmla="*/ 88202 w 272605"/>
                    <a:gd name="csY1" fmla="*/ 302705 h 302704"/>
                    <a:gd name="csX2" fmla="*/ 88202 w 272605"/>
                    <a:gd name="csY2" fmla="*/ 137351 h 302704"/>
                    <a:gd name="csX3" fmla="*/ 88964 w 272605"/>
                    <a:gd name="csY3" fmla="*/ 137351 h 302704"/>
                    <a:gd name="csX4" fmla="*/ 181833 w 272605"/>
                    <a:gd name="csY4" fmla="*/ 302705 h 302704"/>
                    <a:gd name="csX5" fmla="*/ 272605 w 272605"/>
                    <a:gd name="csY5" fmla="*/ 302705 h 302704"/>
                    <a:gd name="csX6" fmla="*/ 272605 w 272605"/>
                    <a:gd name="csY6" fmla="*/ 0 h 302704"/>
                    <a:gd name="csX7" fmla="*/ 184404 w 272605"/>
                    <a:gd name="csY7" fmla="*/ 0 h 302704"/>
                    <a:gd name="csX8" fmla="*/ 184404 w 272605"/>
                    <a:gd name="csY8" fmla="*/ 161925 h 302704"/>
                    <a:gd name="csX9" fmla="*/ 183547 w 272605"/>
                    <a:gd name="csY9" fmla="*/ 161925 h 302704"/>
                    <a:gd name="csX10" fmla="*/ 95345 w 272605"/>
                    <a:gd name="csY10" fmla="*/ 0 h 302704"/>
                    <a:gd name="csX11" fmla="*/ 0 w 272605"/>
                    <a:gd name="csY11" fmla="*/ 0 h 302704"/>
                    <a:gd name="csX12" fmla="*/ 0 w 272605"/>
                    <a:gd name="csY12" fmla="*/ 302705 h 3027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272605" h="302704">
                      <a:moveTo>
                        <a:pt x="0" y="302705"/>
                      </a:moveTo>
                      <a:lnTo>
                        <a:pt x="88202" y="302705"/>
                      </a:lnTo>
                      <a:lnTo>
                        <a:pt x="88202" y="137351"/>
                      </a:lnTo>
                      <a:lnTo>
                        <a:pt x="88964" y="137351"/>
                      </a:lnTo>
                      <a:lnTo>
                        <a:pt x="181833" y="302705"/>
                      </a:lnTo>
                      <a:lnTo>
                        <a:pt x="272605" y="302705"/>
                      </a:lnTo>
                      <a:lnTo>
                        <a:pt x="272605" y="0"/>
                      </a:lnTo>
                      <a:lnTo>
                        <a:pt x="184404" y="0"/>
                      </a:lnTo>
                      <a:lnTo>
                        <a:pt x="184404" y="161925"/>
                      </a:lnTo>
                      <a:lnTo>
                        <a:pt x="183547" y="161925"/>
                      </a:lnTo>
                      <a:lnTo>
                        <a:pt x="95345" y="0"/>
                      </a:lnTo>
                      <a:lnTo>
                        <a:pt x="0" y="0"/>
                      </a:lnTo>
                      <a:lnTo>
                        <a:pt x="0" y="302705"/>
                      </a:lnTo>
                      <a:close/>
                    </a:path>
                  </a:pathLst>
                </a:cu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902CDEB6-E248-24C2-1EE5-083816CFA3AE}"/>
                    </a:ext>
                  </a:extLst>
                </p:cNvPr>
                <p:cNvSpPr/>
                <p:nvPr/>
              </p:nvSpPr>
              <p:spPr>
                <a:xfrm>
                  <a:off x="9332499" y="1141761"/>
                  <a:ext cx="93249" cy="302704"/>
                </a:xfrm>
                <a:prstGeom prst="rect">
                  <a:avLst/>
                </a:prstGeom>
                <a:solidFill>
                  <a:srgbClr val="27466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6" name="Graphic 2">
                <a:extLst>
                  <a:ext uri="{FF2B5EF4-FFF2-40B4-BE49-F238E27FC236}">
                    <a16:creationId xmlns:a16="http://schemas.microsoft.com/office/drawing/2014/main" id="{243AFE8B-81BC-D66F-D75B-7A44E1C5CC11}"/>
                  </a:ext>
                </a:extLst>
              </p:cNvPr>
              <p:cNvGrpSpPr/>
              <p:nvPr/>
            </p:nvGrpSpPr>
            <p:grpSpPr>
              <a:xfrm>
                <a:off x="8504872" y="1493234"/>
                <a:ext cx="1253013" cy="102012"/>
                <a:chOff x="8504872" y="1493234"/>
                <a:chExt cx="1253013" cy="102012"/>
              </a:xfrm>
              <a:solidFill>
                <a:srgbClr val="A0A0A0"/>
              </a:solidFill>
            </p:grpSpPr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2CC947E7-FE23-CEE1-FA6C-64E1D9C255D8}"/>
                    </a:ext>
                  </a:extLst>
                </p:cNvPr>
                <p:cNvSpPr/>
                <p:nvPr/>
              </p:nvSpPr>
              <p:spPr>
                <a:xfrm>
                  <a:off x="8504872" y="1493234"/>
                  <a:ext cx="7524" cy="79247"/>
                </a:xfrm>
                <a:custGeom>
                  <a:avLst/>
                  <a:gdLst>
                    <a:gd name="csX0" fmla="*/ 0 w 7524"/>
                    <a:gd name="csY0" fmla="*/ 0 h 79247"/>
                    <a:gd name="csX1" fmla="*/ 7525 w 7524"/>
                    <a:gd name="csY1" fmla="*/ 0 h 79247"/>
                    <a:gd name="csX2" fmla="*/ 7525 w 7524"/>
                    <a:gd name="csY2" fmla="*/ 79248 h 79247"/>
                    <a:gd name="csX3" fmla="*/ 0 w 7524"/>
                    <a:gd name="csY3" fmla="*/ 79248 h 79247"/>
                    <a:gd name="csX4" fmla="*/ 0 w 7524"/>
                    <a:gd name="csY4" fmla="*/ 0 h 792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524" h="79247">
                      <a:moveTo>
                        <a:pt x="0" y="0"/>
                      </a:moveTo>
                      <a:lnTo>
                        <a:pt x="7525" y="0"/>
                      </a:lnTo>
                      <a:lnTo>
                        <a:pt x="7525" y="79248"/>
                      </a:lnTo>
                      <a:lnTo>
                        <a:pt x="0" y="792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36C5D9EE-4316-70A8-BBFF-E4B810A29122}"/>
                    </a:ext>
                  </a:extLst>
                </p:cNvPr>
                <p:cNvSpPr/>
                <p:nvPr/>
              </p:nvSpPr>
              <p:spPr>
                <a:xfrm>
                  <a:off x="8525161" y="1493234"/>
                  <a:ext cx="52768" cy="80867"/>
                </a:xfrm>
                <a:custGeom>
                  <a:avLst/>
                  <a:gdLst>
                    <a:gd name="csX0" fmla="*/ 52768 w 52768"/>
                    <a:gd name="csY0" fmla="*/ 79153 h 80867"/>
                    <a:gd name="csX1" fmla="*/ 46291 w 52768"/>
                    <a:gd name="csY1" fmla="*/ 79153 h 80867"/>
                    <a:gd name="csX2" fmla="*/ 46291 w 52768"/>
                    <a:gd name="csY2" fmla="*/ 68294 h 80867"/>
                    <a:gd name="csX3" fmla="*/ 46101 w 52768"/>
                    <a:gd name="csY3" fmla="*/ 68294 h 80867"/>
                    <a:gd name="csX4" fmla="*/ 25717 w 52768"/>
                    <a:gd name="csY4" fmla="*/ 80867 h 80867"/>
                    <a:gd name="csX5" fmla="*/ 0 w 52768"/>
                    <a:gd name="csY5" fmla="*/ 50578 h 80867"/>
                    <a:gd name="csX6" fmla="*/ 25717 w 52768"/>
                    <a:gd name="csY6" fmla="*/ 20288 h 80867"/>
                    <a:gd name="csX7" fmla="*/ 45625 w 52768"/>
                    <a:gd name="csY7" fmla="*/ 32861 h 80867"/>
                    <a:gd name="csX8" fmla="*/ 45815 w 52768"/>
                    <a:gd name="csY8" fmla="*/ 32861 h 80867"/>
                    <a:gd name="csX9" fmla="*/ 45815 w 52768"/>
                    <a:gd name="csY9" fmla="*/ 0 h 80867"/>
                    <a:gd name="csX10" fmla="*/ 52768 w 52768"/>
                    <a:gd name="csY10" fmla="*/ 0 h 80867"/>
                    <a:gd name="csX11" fmla="*/ 52768 w 52768"/>
                    <a:gd name="csY11" fmla="*/ 79248 h 80867"/>
                    <a:gd name="csX12" fmla="*/ 25717 w 52768"/>
                    <a:gd name="csY12" fmla="*/ 74962 h 80867"/>
                    <a:gd name="csX13" fmla="*/ 45815 w 52768"/>
                    <a:gd name="csY13" fmla="*/ 50578 h 80867"/>
                    <a:gd name="csX14" fmla="*/ 25717 w 52768"/>
                    <a:gd name="csY14" fmla="*/ 26194 h 80867"/>
                    <a:gd name="csX15" fmla="*/ 6953 w 52768"/>
                    <a:gd name="csY15" fmla="*/ 50578 h 80867"/>
                    <a:gd name="csX16" fmla="*/ 25717 w 52768"/>
                    <a:gd name="csY16" fmla="*/ 74962 h 808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2768" h="80867">
                      <a:moveTo>
                        <a:pt x="52768" y="79153"/>
                      </a:moveTo>
                      <a:lnTo>
                        <a:pt x="46291" y="79153"/>
                      </a:lnTo>
                      <a:lnTo>
                        <a:pt x="46291" y="68294"/>
                      </a:lnTo>
                      <a:lnTo>
                        <a:pt x="46101" y="68294"/>
                      </a:lnTo>
                      <a:cubicBezTo>
                        <a:pt x="43148" y="75724"/>
                        <a:pt x="34004" y="80867"/>
                        <a:pt x="25717" y="80867"/>
                      </a:cubicBezTo>
                      <a:cubicBezTo>
                        <a:pt x="8287" y="80867"/>
                        <a:pt x="0" y="66770"/>
                        <a:pt x="0" y="50578"/>
                      </a:cubicBezTo>
                      <a:cubicBezTo>
                        <a:pt x="0" y="34385"/>
                        <a:pt x="8287" y="20288"/>
                        <a:pt x="25717" y="20288"/>
                      </a:cubicBezTo>
                      <a:cubicBezTo>
                        <a:pt x="34290" y="20288"/>
                        <a:pt x="42576" y="24574"/>
                        <a:pt x="45625" y="32861"/>
                      </a:cubicBezTo>
                      <a:lnTo>
                        <a:pt x="45815" y="32861"/>
                      </a:lnTo>
                      <a:lnTo>
                        <a:pt x="45815" y="0"/>
                      </a:lnTo>
                      <a:lnTo>
                        <a:pt x="52768" y="0"/>
                      </a:lnTo>
                      <a:lnTo>
                        <a:pt x="52768" y="79248"/>
                      </a:lnTo>
                      <a:close/>
                      <a:moveTo>
                        <a:pt x="25717" y="74962"/>
                      </a:moveTo>
                      <a:cubicBezTo>
                        <a:pt x="40576" y="74962"/>
                        <a:pt x="45815" y="62389"/>
                        <a:pt x="45815" y="50578"/>
                      </a:cubicBezTo>
                      <a:cubicBezTo>
                        <a:pt x="45815" y="38767"/>
                        <a:pt x="40576" y="26194"/>
                        <a:pt x="25717" y="26194"/>
                      </a:cubicBezTo>
                      <a:cubicBezTo>
                        <a:pt x="12382" y="26194"/>
                        <a:pt x="6953" y="38767"/>
                        <a:pt x="6953" y="50578"/>
                      </a:cubicBezTo>
                      <a:cubicBezTo>
                        <a:pt x="6953" y="62389"/>
                        <a:pt x="12382" y="74962"/>
                        <a:pt x="25717" y="74962"/>
                      </a:cubicBez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1F31925B-D027-E37B-F8CA-F82F2349712D}"/>
                    </a:ext>
                  </a:extLst>
                </p:cNvPr>
                <p:cNvSpPr/>
                <p:nvPr/>
              </p:nvSpPr>
              <p:spPr>
                <a:xfrm>
                  <a:off x="8588406" y="1513522"/>
                  <a:ext cx="50989" cy="60579"/>
                </a:xfrm>
                <a:custGeom>
                  <a:avLst/>
                  <a:gdLst>
                    <a:gd name="csX0" fmla="*/ 6954 w 50989"/>
                    <a:gd name="csY0" fmla="*/ 32194 h 60579"/>
                    <a:gd name="csX1" fmla="*/ 25813 w 50989"/>
                    <a:gd name="csY1" fmla="*/ 54673 h 60579"/>
                    <a:gd name="csX2" fmla="*/ 43815 w 50989"/>
                    <a:gd name="csY2" fmla="*/ 40005 h 60579"/>
                    <a:gd name="csX3" fmla="*/ 50768 w 50989"/>
                    <a:gd name="csY3" fmla="*/ 40005 h 60579"/>
                    <a:gd name="csX4" fmla="*/ 25813 w 50989"/>
                    <a:gd name="csY4" fmla="*/ 60579 h 60579"/>
                    <a:gd name="csX5" fmla="*/ 0 w 50989"/>
                    <a:gd name="csY5" fmla="*/ 30290 h 60579"/>
                    <a:gd name="csX6" fmla="*/ 25813 w 50989"/>
                    <a:gd name="csY6" fmla="*/ 0 h 60579"/>
                    <a:gd name="csX7" fmla="*/ 50959 w 50989"/>
                    <a:gd name="csY7" fmla="*/ 32194 h 60579"/>
                    <a:gd name="csX8" fmla="*/ 6954 w 50989"/>
                    <a:gd name="csY8" fmla="*/ 32194 h 60579"/>
                    <a:gd name="csX9" fmla="*/ 44005 w 50989"/>
                    <a:gd name="csY9" fmla="*/ 26289 h 60579"/>
                    <a:gd name="csX10" fmla="*/ 25813 w 50989"/>
                    <a:gd name="csY10" fmla="*/ 5905 h 60579"/>
                    <a:gd name="csX11" fmla="*/ 6954 w 50989"/>
                    <a:gd name="csY11" fmla="*/ 26289 h 60579"/>
                    <a:gd name="csX12" fmla="*/ 44005 w 50989"/>
                    <a:gd name="csY12" fmla="*/ 26289 h 605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0989" h="60579">
                      <a:moveTo>
                        <a:pt x="6954" y="32194"/>
                      </a:moveTo>
                      <a:cubicBezTo>
                        <a:pt x="7048" y="42386"/>
                        <a:pt x="12382" y="54673"/>
                        <a:pt x="25813" y="54673"/>
                      </a:cubicBezTo>
                      <a:cubicBezTo>
                        <a:pt x="36005" y="54673"/>
                        <a:pt x="41529" y="48673"/>
                        <a:pt x="43815" y="40005"/>
                      </a:cubicBezTo>
                      <a:lnTo>
                        <a:pt x="50768" y="40005"/>
                      </a:lnTo>
                      <a:cubicBezTo>
                        <a:pt x="47816" y="52959"/>
                        <a:pt x="40196" y="60579"/>
                        <a:pt x="25813" y="60579"/>
                      </a:cubicBezTo>
                      <a:cubicBezTo>
                        <a:pt x="7620" y="60579"/>
                        <a:pt x="0" y="46577"/>
                        <a:pt x="0" y="30290"/>
                      </a:cubicBezTo>
                      <a:cubicBezTo>
                        <a:pt x="0" y="15240"/>
                        <a:pt x="7620" y="0"/>
                        <a:pt x="25813" y="0"/>
                      </a:cubicBezTo>
                      <a:cubicBezTo>
                        <a:pt x="44005" y="0"/>
                        <a:pt x="51531" y="16097"/>
                        <a:pt x="50959" y="32194"/>
                      </a:cubicBezTo>
                      <a:lnTo>
                        <a:pt x="6954" y="32194"/>
                      </a:lnTo>
                      <a:close/>
                      <a:moveTo>
                        <a:pt x="44005" y="26289"/>
                      </a:moveTo>
                      <a:cubicBezTo>
                        <a:pt x="43720" y="15716"/>
                        <a:pt x="37148" y="5905"/>
                        <a:pt x="25813" y="5905"/>
                      </a:cubicBezTo>
                      <a:cubicBezTo>
                        <a:pt x="14478" y="5905"/>
                        <a:pt x="8097" y="15907"/>
                        <a:pt x="6954" y="26289"/>
                      </a:cubicBezTo>
                      <a:lnTo>
                        <a:pt x="44005" y="2628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C69D08F0-EEF4-58BF-B970-996BA796E6F8}"/>
                    </a:ext>
                  </a:extLst>
                </p:cNvPr>
                <p:cNvSpPr/>
                <p:nvPr/>
              </p:nvSpPr>
              <p:spPr>
                <a:xfrm>
                  <a:off x="8645651" y="1513427"/>
                  <a:ext cx="53054" cy="60483"/>
                </a:xfrm>
                <a:custGeom>
                  <a:avLst/>
                  <a:gdLst>
                    <a:gd name="csX0" fmla="*/ 2572 w 53054"/>
                    <a:gd name="csY0" fmla="*/ 19241 h 60483"/>
                    <a:gd name="csX1" fmla="*/ 25718 w 53054"/>
                    <a:gd name="csY1" fmla="*/ 0 h 60483"/>
                    <a:gd name="csX2" fmla="*/ 46768 w 53054"/>
                    <a:gd name="csY2" fmla="*/ 18383 h 60483"/>
                    <a:gd name="csX3" fmla="*/ 46768 w 53054"/>
                    <a:gd name="csY3" fmla="*/ 48768 h 60483"/>
                    <a:gd name="csX4" fmla="*/ 50864 w 53054"/>
                    <a:gd name="csY4" fmla="*/ 52959 h 60483"/>
                    <a:gd name="csX5" fmla="*/ 53054 w 53054"/>
                    <a:gd name="csY5" fmla="*/ 52483 h 60483"/>
                    <a:gd name="csX6" fmla="*/ 53054 w 53054"/>
                    <a:gd name="csY6" fmla="*/ 58388 h 60483"/>
                    <a:gd name="csX7" fmla="*/ 48483 w 53054"/>
                    <a:gd name="csY7" fmla="*/ 58865 h 60483"/>
                    <a:gd name="csX8" fmla="*/ 40291 w 53054"/>
                    <a:gd name="csY8" fmla="*/ 48863 h 60483"/>
                    <a:gd name="csX9" fmla="*/ 40100 w 53054"/>
                    <a:gd name="csY9" fmla="*/ 48863 h 60483"/>
                    <a:gd name="csX10" fmla="*/ 19241 w 53054"/>
                    <a:gd name="csY10" fmla="*/ 60484 h 60483"/>
                    <a:gd name="csX11" fmla="*/ 0 w 53054"/>
                    <a:gd name="csY11" fmla="*/ 43720 h 60483"/>
                    <a:gd name="csX12" fmla="*/ 30766 w 53054"/>
                    <a:gd name="csY12" fmla="*/ 25336 h 60483"/>
                    <a:gd name="csX13" fmla="*/ 39719 w 53054"/>
                    <a:gd name="csY13" fmla="*/ 17526 h 60483"/>
                    <a:gd name="csX14" fmla="*/ 24765 w 53054"/>
                    <a:gd name="csY14" fmla="*/ 5810 h 60483"/>
                    <a:gd name="csX15" fmla="*/ 9430 w 53054"/>
                    <a:gd name="csY15" fmla="*/ 19145 h 60483"/>
                    <a:gd name="csX16" fmla="*/ 2477 w 53054"/>
                    <a:gd name="csY16" fmla="*/ 19145 h 60483"/>
                    <a:gd name="csX17" fmla="*/ 39814 w 53054"/>
                    <a:gd name="csY17" fmla="*/ 27718 h 60483"/>
                    <a:gd name="csX18" fmla="*/ 39624 w 53054"/>
                    <a:gd name="csY18" fmla="*/ 27718 h 60483"/>
                    <a:gd name="csX19" fmla="*/ 33718 w 53054"/>
                    <a:gd name="csY19" fmla="*/ 30290 h 60483"/>
                    <a:gd name="csX20" fmla="*/ 7048 w 53054"/>
                    <a:gd name="csY20" fmla="*/ 43529 h 60483"/>
                    <a:gd name="csX21" fmla="*/ 19812 w 53054"/>
                    <a:gd name="csY21" fmla="*/ 54864 h 60483"/>
                    <a:gd name="csX22" fmla="*/ 39814 w 53054"/>
                    <a:gd name="csY22" fmla="*/ 36862 h 60483"/>
                    <a:gd name="csX23" fmla="*/ 39814 w 53054"/>
                    <a:gd name="csY23" fmla="*/ 27718 h 604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53054" h="60483">
                      <a:moveTo>
                        <a:pt x="2572" y="19241"/>
                      </a:moveTo>
                      <a:cubicBezTo>
                        <a:pt x="3239" y="5810"/>
                        <a:pt x="12668" y="0"/>
                        <a:pt x="25718" y="0"/>
                      </a:cubicBezTo>
                      <a:cubicBezTo>
                        <a:pt x="35814" y="0"/>
                        <a:pt x="46768" y="3143"/>
                        <a:pt x="46768" y="18383"/>
                      </a:cubicBezTo>
                      <a:lnTo>
                        <a:pt x="46768" y="48768"/>
                      </a:lnTo>
                      <a:cubicBezTo>
                        <a:pt x="46768" y="51435"/>
                        <a:pt x="48101" y="52959"/>
                        <a:pt x="50864" y="52959"/>
                      </a:cubicBezTo>
                      <a:cubicBezTo>
                        <a:pt x="51625" y="52959"/>
                        <a:pt x="52483" y="52769"/>
                        <a:pt x="53054" y="52483"/>
                      </a:cubicBezTo>
                      <a:lnTo>
                        <a:pt x="53054" y="58388"/>
                      </a:lnTo>
                      <a:cubicBezTo>
                        <a:pt x="51531" y="58674"/>
                        <a:pt x="50387" y="58865"/>
                        <a:pt x="48483" y="58865"/>
                      </a:cubicBezTo>
                      <a:cubicBezTo>
                        <a:pt x="41339" y="58865"/>
                        <a:pt x="40291" y="54864"/>
                        <a:pt x="40291" y="48863"/>
                      </a:cubicBezTo>
                      <a:lnTo>
                        <a:pt x="40100" y="48863"/>
                      </a:lnTo>
                      <a:cubicBezTo>
                        <a:pt x="35243" y="56293"/>
                        <a:pt x="30194" y="60484"/>
                        <a:pt x="19241" y="60484"/>
                      </a:cubicBezTo>
                      <a:cubicBezTo>
                        <a:pt x="8287" y="60484"/>
                        <a:pt x="0" y="55245"/>
                        <a:pt x="0" y="43720"/>
                      </a:cubicBezTo>
                      <a:cubicBezTo>
                        <a:pt x="0" y="27623"/>
                        <a:pt x="15621" y="27051"/>
                        <a:pt x="30766" y="25336"/>
                      </a:cubicBezTo>
                      <a:cubicBezTo>
                        <a:pt x="36576" y="24670"/>
                        <a:pt x="39719" y="23908"/>
                        <a:pt x="39719" y="17526"/>
                      </a:cubicBezTo>
                      <a:cubicBezTo>
                        <a:pt x="39719" y="8096"/>
                        <a:pt x="32957" y="5810"/>
                        <a:pt x="24765" y="5810"/>
                      </a:cubicBezTo>
                      <a:cubicBezTo>
                        <a:pt x="16097" y="5810"/>
                        <a:pt x="9716" y="9811"/>
                        <a:pt x="9430" y="19145"/>
                      </a:cubicBezTo>
                      <a:lnTo>
                        <a:pt x="2477" y="19145"/>
                      </a:lnTo>
                      <a:close/>
                      <a:moveTo>
                        <a:pt x="39814" y="27718"/>
                      </a:moveTo>
                      <a:lnTo>
                        <a:pt x="39624" y="27718"/>
                      </a:lnTo>
                      <a:cubicBezTo>
                        <a:pt x="38767" y="29337"/>
                        <a:pt x="35623" y="29908"/>
                        <a:pt x="33718" y="30290"/>
                      </a:cubicBezTo>
                      <a:cubicBezTo>
                        <a:pt x="21812" y="32385"/>
                        <a:pt x="7048" y="32290"/>
                        <a:pt x="7048" y="43529"/>
                      </a:cubicBezTo>
                      <a:cubicBezTo>
                        <a:pt x="7048" y="50483"/>
                        <a:pt x="13240" y="54864"/>
                        <a:pt x="19812" y="54864"/>
                      </a:cubicBezTo>
                      <a:cubicBezTo>
                        <a:pt x="30480" y="54864"/>
                        <a:pt x="39910" y="48101"/>
                        <a:pt x="39814" y="36862"/>
                      </a:cubicBezTo>
                      <a:lnTo>
                        <a:pt x="39814" y="2771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CFB68978-B05D-E2A4-5AB0-5D4055B272D4}"/>
                    </a:ext>
                  </a:extLst>
                </p:cNvPr>
                <p:cNvSpPr/>
                <p:nvPr/>
              </p:nvSpPr>
              <p:spPr>
                <a:xfrm>
                  <a:off x="8700611" y="1497901"/>
                  <a:ext cx="28575" cy="75152"/>
                </a:xfrm>
                <a:custGeom>
                  <a:avLst/>
                  <a:gdLst>
                    <a:gd name="csX0" fmla="*/ 16954 w 28575"/>
                    <a:gd name="csY0" fmla="*/ 17240 h 75152"/>
                    <a:gd name="csX1" fmla="*/ 28575 w 28575"/>
                    <a:gd name="csY1" fmla="*/ 17240 h 75152"/>
                    <a:gd name="csX2" fmla="*/ 28575 w 28575"/>
                    <a:gd name="csY2" fmla="*/ 23146 h 75152"/>
                    <a:gd name="csX3" fmla="*/ 16954 w 28575"/>
                    <a:gd name="csY3" fmla="*/ 23146 h 75152"/>
                    <a:gd name="csX4" fmla="*/ 16954 w 28575"/>
                    <a:gd name="csY4" fmla="*/ 61722 h 75152"/>
                    <a:gd name="csX5" fmla="*/ 22574 w 28575"/>
                    <a:gd name="csY5" fmla="*/ 69247 h 75152"/>
                    <a:gd name="csX6" fmla="*/ 28575 w 28575"/>
                    <a:gd name="csY6" fmla="*/ 68961 h 75152"/>
                    <a:gd name="csX7" fmla="*/ 28575 w 28575"/>
                    <a:gd name="csY7" fmla="*/ 74962 h 75152"/>
                    <a:gd name="csX8" fmla="*/ 22384 w 28575"/>
                    <a:gd name="csY8" fmla="*/ 75152 h 75152"/>
                    <a:gd name="csX9" fmla="*/ 10001 w 28575"/>
                    <a:gd name="csY9" fmla="*/ 62294 h 75152"/>
                    <a:gd name="csX10" fmla="*/ 10001 w 28575"/>
                    <a:gd name="csY10" fmla="*/ 23146 h 75152"/>
                    <a:gd name="csX11" fmla="*/ 0 w 28575"/>
                    <a:gd name="csY11" fmla="*/ 23146 h 75152"/>
                    <a:gd name="csX12" fmla="*/ 0 w 28575"/>
                    <a:gd name="csY12" fmla="*/ 17240 h 75152"/>
                    <a:gd name="csX13" fmla="*/ 10001 w 28575"/>
                    <a:gd name="csY13" fmla="*/ 17240 h 75152"/>
                    <a:gd name="csX14" fmla="*/ 10001 w 28575"/>
                    <a:gd name="csY14" fmla="*/ 0 h 75152"/>
                    <a:gd name="csX15" fmla="*/ 16954 w 28575"/>
                    <a:gd name="csY15" fmla="*/ 0 h 75152"/>
                    <a:gd name="csX16" fmla="*/ 16954 w 28575"/>
                    <a:gd name="csY16" fmla="*/ 17240 h 751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8575" h="75152">
                      <a:moveTo>
                        <a:pt x="16954" y="17240"/>
                      </a:moveTo>
                      <a:lnTo>
                        <a:pt x="28575" y="17240"/>
                      </a:lnTo>
                      <a:lnTo>
                        <a:pt x="28575" y="23146"/>
                      </a:lnTo>
                      <a:lnTo>
                        <a:pt x="16954" y="23146"/>
                      </a:lnTo>
                      <a:lnTo>
                        <a:pt x="16954" y="61722"/>
                      </a:lnTo>
                      <a:cubicBezTo>
                        <a:pt x="16954" y="66294"/>
                        <a:pt x="17621" y="68961"/>
                        <a:pt x="22574" y="69247"/>
                      </a:cubicBezTo>
                      <a:cubicBezTo>
                        <a:pt x="24575" y="69247"/>
                        <a:pt x="26575" y="69151"/>
                        <a:pt x="28575" y="68961"/>
                      </a:cubicBezTo>
                      <a:lnTo>
                        <a:pt x="28575" y="74962"/>
                      </a:lnTo>
                      <a:cubicBezTo>
                        <a:pt x="26479" y="74962"/>
                        <a:pt x="24479" y="75152"/>
                        <a:pt x="22384" y="75152"/>
                      </a:cubicBezTo>
                      <a:cubicBezTo>
                        <a:pt x="13049" y="75152"/>
                        <a:pt x="9810" y="72009"/>
                        <a:pt x="10001" y="62294"/>
                      </a:cubicBezTo>
                      <a:lnTo>
                        <a:pt x="10001" y="23146"/>
                      </a:lnTo>
                      <a:lnTo>
                        <a:pt x="0" y="23146"/>
                      </a:lnTo>
                      <a:lnTo>
                        <a:pt x="0" y="17240"/>
                      </a:lnTo>
                      <a:lnTo>
                        <a:pt x="10001" y="17240"/>
                      </a:lnTo>
                      <a:lnTo>
                        <a:pt x="10001" y="0"/>
                      </a:lnTo>
                      <a:lnTo>
                        <a:pt x="16954" y="0"/>
                      </a:lnTo>
                      <a:lnTo>
                        <a:pt x="16954" y="1724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7DD06965-97C6-1341-8E0C-B47020C34C9B}"/>
                    </a:ext>
                  </a:extLst>
                </p:cNvPr>
                <p:cNvSpPr/>
                <p:nvPr/>
              </p:nvSpPr>
              <p:spPr>
                <a:xfrm>
                  <a:off x="8736425" y="1513522"/>
                  <a:ext cx="50988" cy="60579"/>
                </a:xfrm>
                <a:custGeom>
                  <a:avLst/>
                  <a:gdLst>
                    <a:gd name="csX0" fmla="*/ 6953 w 50988"/>
                    <a:gd name="csY0" fmla="*/ 32194 h 60579"/>
                    <a:gd name="csX1" fmla="*/ 25812 w 50988"/>
                    <a:gd name="csY1" fmla="*/ 54673 h 60579"/>
                    <a:gd name="csX2" fmla="*/ 43815 w 50988"/>
                    <a:gd name="csY2" fmla="*/ 40005 h 60579"/>
                    <a:gd name="csX3" fmla="*/ 50768 w 50988"/>
                    <a:gd name="csY3" fmla="*/ 40005 h 60579"/>
                    <a:gd name="csX4" fmla="*/ 25812 w 50988"/>
                    <a:gd name="csY4" fmla="*/ 60579 h 60579"/>
                    <a:gd name="csX5" fmla="*/ 0 w 50988"/>
                    <a:gd name="csY5" fmla="*/ 30290 h 60579"/>
                    <a:gd name="csX6" fmla="*/ 25812 w 50988"/>
                    <a:gd name="csY6" fmla="*/ 0 h 60579"/>
                    <a:gd name="csX7" fmla="*/ 50959 w 50988"/>
                    <a:gd name="csY7" fmla="*/ 32194 h 60579"/>
                    <a:gd name="csX8" fmla="*/ 6953 w 50988"/>
                    <a:gd name="csY8" fmla="*/ 32194 h 60579"/>
                    <a:gd name="csX9" fmla="*/ 44005 w 50988"/>
                    <a:gd name="csY9" fmla="*/ 26289 h 60579"/>
                    <a:gd name="csX10" fmla="*/ 25812 w 50988"/>
                    <a:gd name="csY10" fmla="*/ 5905 h 60579"/>
                    <a:gd name="csX11" fmla="*/ 6953 w 50988"/>
                    <a:gd name="csY11" fmla="*/ 26289 h 60579"/>
                    <a:gd name="csX12" fmla="*/ 44005 w 50988"/>
                    <a:gd name="csY12" fmla="*/ 26289 h 605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0988" h="60579">
                      <a:moveTo>
                        <a:pt x="6953" y="32194"/>
                      </a:moveTo>
                      <a:cubicBezTo>
                        <a:pt x="7048" y="42386"/>
                        <a:pt x="12382" y="54673"/>
                        <a:pt x="25812" y="54673"/>
                      </a:cubicBezTo>
                      <a:cubicBezTo>
                        <a:pt x="36004" y="54673"/>
                        <a:pt x="41529" y="48673"/>
                        <a:pt x="43815" y="40005"/>
                      </a:cubicBezTo>
                      <a:lnTo>
                        <a:pt x="50768" y="40005"/>
                      </a:lnTo>
                      <a:cubicBezTo>
                        <a:pt x="47815" y="52959"/>
                        <a:pt x="40195" y="60579"/>
                        <a:pt x="25812" y="60579"/>
                      </a:cubicBezTo>
                      <a:cubicBezTo>
                        <a:pt x="7620" y="60579"/>
                        <a:pt x="0" y="46577"/>
                        <a:pt x="0" y="30290"/>
                      </a:cubicBezTo>
                      <a:cubicBezTo>
                        <a:pt x="0" y="15240"/>
                        <a:pt x="7620" y="0"/>
                        <a:pt x="25812" y="0"/>
                      </a:cubicBezTo>
                      <a:cubicBezTo>
                        <a:pt x="44005" y="0"/>
                        <a:pt x="51530" y="16097"/>
                        <a:pt x="50959" y="32194"/>
                      </a:cubicBezTo>
                      <a:lnTo>
                        <a:pt x="6953" y="32194"/>
                      </a:lnTo>
                      <a:close/>
                      <a:moveTo>
                        <a:pt x="44005" y="26289"/>
                      </a:moveTo>
                      <a:cubicBezTo>
                        <a:pt x="43719" y="15716"/>
                        <a:pt x="37147" y="5905"/>
                        <a:pt x="25812" y="5905"/>
                      </a:cubicBezTo>
                      <a:cubicBezTo>
                        <a:pt x="14478" y="5905"/>
                        <a:pt x="8096" y="15907"/>
                        <a:pt x="6953" y="26289"/>
                      </a:cubicBezTo>
                      <a:lnTo>
                        <a:pt x="44005" y="2628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8BDE52DC-C124-242D-598E-17FE76B69B21}"/>
                    </a:ext>
                  </a:extLst>
                </p:cNvPr>
                <p:cNvSpPr/>
                <p:nvPr/>
              </p:nvSpPr>
              <p:spPr>
                <a:xfrm>
                  <a:off x="8801004" y="1560671"/>
                  <a:ext cx="9334" cy="11715"/>
                </a:xfrm>
                <a:custGeom>
                  <a:avLst/>
                  <a:gdLst>
                    <a:gd name="csX0" fmla="*/ 0 w 9334"/>
                    <a:gd name="csY0" fmla="*/ 11716 h 11715"/>
                    <a:gd name="csX1" fmla="*/ 0 w 9334"/>
                    <a:gd name="csY1" fmla="*/ 0 h 11715"/>
                    <a:gd name="csX2" fmla="*/ 9334 w 9334"/>
                    <a:gd name="csY2" fmla="*/ 0 h 11715"/>
                    <a:gd name="csX3" fmla="*/ 9334 w 9334"/>
                    <a:gd name="csY3" fmla="*/ 11716 h 11715"/>
                    <a:gd name="csX4" fmla="*/ 0 w 9334"/>
                    <a:gd name="csY4" fmla="*/ 11716 h 11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334" h="11715">
                      <a:moveTo>
                        <a:pt x="0" y="11716"/>
                      </a:moveTo>
                      <a:lnTo>
                        <a:pt x="0" y="0"/>
                      </a:lnTo>
                      <a:lnTo>
                        <a:pt x="9334" y="0"/>
                      </a:lnTo>
                      <a:lnTo>
                        <a:pt x="9334" y="11716"/>
                      </a:lnTo>
                      <a:lnTo>
                        <a:pt x="0" y="1171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358DB066-C190-1A9B-8A42-9A7BDDE3FEA8}"/>
                    </a:ext>
                  </a:extLst>
                </p:cNvPr>
                <p:cNvSpPr/>
                <p:nvPr/>
              </p:nvSpPr>
              <p:spPr>
                <a:xfrm>
                  <a:off x="8860440" y="1493234"/>
                  <a:ext cx="7525" cy="79247"/>
                </a:xfrm>
                <a:custGeom>
                  <a:avLst/>
                  <a:gdLst>
                    <a:gd name="csX0" fmla="*/ 0 w 7525"/>
                    <a:gd name="csY0" fmla="*/ 0 h 79247"/>
                    <a:gd name="csX1" fmla="*/ 7525 w 7525"/>
                    <a:gd name="csY1" fmla="*/ 0 h 79247"/>
                    <a:gd name="csX2" fmla="*/ 7525 w 7525"/>
                    <a:gd name="csY2" fmla="*/ 79248 h 79247"/>
                    <a:gd name="csX3" fmla="*/ 0 w 7525"/>
                    <a:gd name="csY3" fmla="*/ 79248 h 79247"/>
                    <a:gd name="csX4" fmla="*/ 0 w 7525"/>
                    <a:gd name="csY4" fmla="*/ 0 h 792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525" h="79247">
                      <a:moveTo>
                        <a:pt x="0" y="0"/>
                      </a:moveTo>
                      <a:lnTo>
                        <a:pt x="7525" y="0"/>
                      </a:lnTo>
                      <a:lnTo>
                        <a:pt x="7525" y="79248"/>
                      </a:lnTo>
                      <a:lnTo>
                        <a:pt x="0" y="792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D57F0CBB-F875-7248-09A0-BC5AFECA0948}"/>
                    </a:ext>
                  </a:extLst>
                </p:cNvPr>
                <p:cNvSpPr/>
                <p:nvPr/>
              </p:nvSpPr>
              <p:spPr>
                <a:xfrm>
                  <a:off x="8883014" y="1513522"/>
                  <a:ext cx="46482" cy="58959"/>
                </a:xfrm>
                <a:custGeom>
                  <a:avLst/>
                  <a:gdLst>
                    <a:gd name="csX0" fmla="*/ 95 w 46482"/>
                    <a:gd name="csY0" fmla="*/ 1619 h 58959"/>
                    <a:gd name="csX1" fmla="*/ 7049 w 46482"/>
                    <a:gd name="csY1" fmla="*/ 1619 h 58959"/>
                    <a:gd name="csX2" fmla="*/ 7049 w 46482"/>
                    <a:gd name="csY2" fmla="*/ 11525 h 58959"/>
                    <a:gd name="csX3" fmla="*/ 7239 w 46482"/>
                    <a:gd name="csY3" fmla="*/ 11525 h 58959"/>
                    <a:gd name="csX4" fmla="*/ 25528 w 46482"/>
                    <a:gd name="csY4" fmla="*/ 0 h 58959"/>
                    <a:gd name="csX5" fmla="*/ 46482 w 46482"/>
                    <a:gd name="csY5" fmla="*/ 22098 h 58959"/>
                    <a:gd name="csX6" fmla="*/ 46482 w 46482"/>
                    <a:gd name="csY6" fmla="*/ 58960 h 58959"/>
                    <a:gd name="csX7" fmla="*/ 39529 w 46482"/>
                    <a:gd name="csY7" fmla="*/ 58960 h 58959"/>
                    <a:gd name="csX8" fmla="*/ 39529 w 46482"/>
                    <a:gd name="csY8" fmla="*/ 23241 h 58959"/>
                    <a:gd name="csX9" fmla="*/ 24955 w 46482"/>
                    <a:gd name="csY9" fmla="*/ 5905 h 58959"/>
                    <a:gd name="csX10" fmla="*/ 6954 w 46482"/>
                    <a:gd name="csY10" fmla="*/ 25527 h 58959"/>
                    <a:gd name="csX11" fmla="*/ 6954 w 46482"/>
                    <a:gd name="csY11" fmla="*/ 58960 h 58959"/>
                    <a:gd name="csX12" fmla="*/ 0 w 46482"/>
                    <a:gd name="csY12" fmla="*/ 58960 h 58959"/>
                    <a:gd name="csX13" fmla="*/ 0 w 46482"/>
                    <a:gd name="csY13" fmla="*/ 1715 h 58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46482" h="58959">
                      <a:moveTo>
                        <a:pt x="95" y="1619"/>
                      </a:moveTo>
                      <a:lnTo>
                        <a:pt x="7049" y="1619"/>
                      </a:lnTo>
                      <a:lnTo>
                        <a:pt x="7049" y="11525"/>
                      </a:lnTo>
                      <a:lnTo>
                        <a:pt x="7239" y="11525"/>
                      </a:lnTo>
                      <a:cubicBezTo>
                        <a:pt x="9811" y="4667"/>
                        <a:pt x="17431" y="0"/>
                        <a:pt x="25528" y="0"/>
                      </a:cubicBezTo>
                      <a:cubicBezTo>
                        <a:pt x="41624" y="0"/>
                        <a:pt x="46482" y="8477"/>
                        <a:pt x="46482" y="22098"/>
                      </a:cubicBezTo>
                      <a:lnTo>
                        <a:pt x="46482" y="58960"/>
                      </a:lnTo>
                      <a:lnTo>
                        <a:pt x="39529" y="58960"/>
                      </a:lnTo>
                      <a:lnTo>
                        <a:pt x="39529" y="23241"/>
                      </a:lnTo>
                      <a:cubicBezTo>
                        <a:pt x="39529" y="13335"/>
                        <a:pt x="36290" y="5905"/>
                        <a:pt x="24955" y="5905"/>
                      </a:cubicBezTo>
                      <a:cubicBezTo>
                        <a:pt x="13621" y="5905"/>
                        <a:pt x="7239" y="14383"/>
                        <a:pt x="6954" y="25527"/>
                      </a:cubicBezTo>
                      <a:lnTo>
                        <a:pt x="6954" y="58960"/>
                      </a:lnTo>
                      <a:lnTo>
                        <a:pt x="0" y="58960"/>
                      </a:lnTo>
                      <a:lnTo>
                        <a:pt x="0" y="17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A48E2A95-AE0F-73F9-ED3C-A9FA9BE28373}"/>
                    </a:ext>
                  </a:extLst>
                </p:cNvPr>
                <p:cNvSpPr/>
                <p:nvPr/>
              </p:nvSpPr>
              <p:spPr>
                <a:xfrm>
                  <a:off x="8942546" y="1513522"/>
                  <a:ext cx="46482" cy="58959"/>
                </a:xfrm>
                <a:custGeom>
                  <a:avLst/>
                  <a:gdLst>
                    <a:gd name="csX0" fmla="*/ 95 w 46482"/>
                    <a:gd name="csY0" fmla="*/ 1619 h 58959"/>
                    <a:gd name="csX1" fmla="*/ 7049 w 46482"/>
                    <a:gd name="csY1" fmla="*/ 1619 h 58959"/>
                    <a:gd name="csX2" fmla="*/ 7049 w 46482"/>
                    <a:gd name="csY2" fmla="*/ 11525 h 58959"/>
                    <a:gd name="csX3" fmla="*/ 7239 w 46482"/>
                    <a:gd name="csY3" fmla="*/ 11525 h 58959"/>
                    <a:gd name="csX4" fmla="*/ 25528 w 46482"/>
                    <a:gd name="csY4" fmla="*/ 0 h 58959"/>
                    <a:gd name="csX5" fmla="*/ 46482 w 46482"/>
                    <a:gd name="csY5" fmla="*/ 22098 h 58959"/>
                    <a:gd name="csX6" fmla="*/ 46482 w 46482"/>
                    <a:gd name="csY6" fmla="*/ 58960 h 58959"/>
                    <a:gd name="csX7" fmla="*/ 39529 w 46482"/>
                    <a:gd name="csY7" fmla="*/ 58960 h 58959"/>
                    <a:gd name="csX8" fmla="*/ 39529 w 46482"/>
                    <a:gd name="csY8" fmla="*/ 23241 h 58959"/>
                    <a:gd name="csX9" fmla="*/ 24955 w 46482"/>
                    <a:gd name="csY9" fmla="*/ 5905 h 58959"/>
                    <a:gd name="csX10" fmla="*/ 6954 w 46482"/>
                    <a:gd name="csY10" fmla="*/ 25527 h 58959"/>
                    <a:gd name="csX11" fmla="*/ 6954 w 46482"/>
                    <a:gd name="csY11" fmla="*/ 58960 h 58959"/>
                    <a:gd name="csX12" fmla="*/ 0 w 46482"/>
                    <a:gd name="csY12" fmla="*/ 58960 h 58959"/>
                    <a:gd name="csX13" fmla="*/ 0 w 46482"/>
                    <a:gd name="csY13" fmla="*/ 1715 h 58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46482" h="58959">
                      <a:moveTo>
                        <a:pt x="95" y="1619"/>
                      </a:moveTo>
                      <a:lnTo>
                        <a:pt x="7049" y="1619"/>
                      </a:lnTo>
                      <a:lnTo>
                        <a:pt x="7049" y="11525"/>
                      </a:lnTo>
                      <a:lnTo>
                        <a:pt x="7239" y="11525"/>
                      </a:lnTo>
                      <a:cubicBezTo>
                        <a:pt x="9811" y="4667"/>
                        <a:pt x="17431" y="0"/>
                        <a:pt x="25528" y="0"/>
                      </a:cubicBezTo>
                      <a:cubicBezTo>
                        <a:pt x="41624" y="0"/>
                        <a:pt x="46482" y="8477"/>
                        <a:pt x="46482" y="22098"/>
                      </a:cubicBezTo>
                      <a:lnTo>
                        <a:pt x="46482" y="58960"/>
                      </a:lnTo>
                      <a:lnTo>
                        <a:pt x="39529" y="58960"/>
                      </a:lnTo>
                      <a:lnTo>
                        <a:pt x="39529" y="23241"/>
                      </a:lnTo>
                      <a:cubicBezTo>
                        <a:pt x="39529" y="13335"/>
                        <a:pt x="36290" y="5905"/>
                        <a:pt x="24955" y="5905"/>
                      </a:cubicBezTo>
                      <a:cubicBezTo>
                        <a:pt x="13621" y="5905"/>
                        <a:pt x="7239" y="14383"/>
                        <a:pt x="6954" y="25527"/>
                      </a:cubicBezTo>
                      <a:lnTo>
                        <a:pt x="6954" y="58960"/>
                      </a:lnTo>
                      <a:lnTo>
                        <a:pt x="0" y="58960"/>
                      </a:lnTo>
                      <a:lnTo>
                        <a:pt x="0" y="17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814AF0A9-7A7E-B582-FB96-078DC17DE23F}"/>
                    </a:ext>
                  </a:extLst>
                </p:cNvPr>
                <p:cNvSpPr/>
                <p:nvPr/>
              </p:nvSpPr>
              <p:spPr>
                <a:xfrm>
                  <a:off x="8999505" y="1513522"/>
                  <a:ext cx="54101" cy="60579"/>
                </a:xfrm>
                <a:custGeom>
                  <a:avLst/>
                  <a:gdLst>
                    <a:gd name="csX0" fmla="*/ 54102 w 54101"/>
                    <a:gd name="csY0" fmla="*/ 30290 h 60579"/>
                    <a:gd name="csX1" fmla="*/ 27051 w 54101"/>
                    <a:gd name="csY1" fmla="*/ 60579 h 60579"/>
                    <a:gd name="csX2" fmla="*/ 0 w 54101"/>
                    <a:gd name="csY2" fmla="*/ 30290 h 60579"/>
                    <a:gd name="csX3" fmla="*/ 27051 w 54101"/>
                    <a:gd name="csY3" fmla="*/ 0 h 60579"/>
                    <a:gd name="csX4" fmla="*/ 54102 w 54101"/>
                    <a:gd name="csY4" fmla="*/ 30290 h 60579"/>
                    <a:gd name="csX5" fmla="*/ 6953 w 54101"/>
                    <a:gd name="csY5" fmla="*/ 30290 h 60579"/>
                    <a:gd name="csX6" fmla="*/ 27051 w 54101"/>
                    <a:gd name="csY6" fmla="*/ 54673 h 60579"/>
                    <a:gd name="csX7" fmla="*/ 47149 w 54101"/>
                    <a:gd name="csY7" fmla="*/ 30290 h 60579"/>
                    <a:gd name="csX8" fmla="*/ 27051 w 54101"/>
                    <a:gd name="csY8" fmla="*/ 5905 h 60579"/>
                    <a:gd name="csX9" fmla="*/ 6953 w 54101"/>
                    <a:gd name="csY9" fmla="*/ 30290 h 605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54101" h="60579">
                      <a:moveTo>
                        <a:pt x="54102" y="30290"/>
                      </a:moveTo>
                      <a:cubicBezTo>
                        <a:pt x="54102" y="46673"/>
                        <a:pt x="44577" y="60579"/>
                        <a:pt x="27051" y="60579"/>
                      </a:cubicBezTo>
                      <a:cubicBezTo>
                        <a:pt x="9525" y="60579"/>
                        <a:pt x="0" y="46673"/>
                        <a:pt x="0" y="30290"/>
                      </a:cubicBezTo>
                      <a:cubicBezTo>
                        <a:pt x="0" y="13906"/>
                        <a:pt x="9525" y="0"/>
                        <a:pt x="27051" y="0"/>
                      </a:cubicBezTo>
                      <a:cubicBezTo>
                        <a:pt x="44577" y="0"/>
                        <a:pt x="54102" y="13906"/>
                        <a:pt x="54102" y="30290"/>
                      </a:cubicBezTo>
                      <a:close/>
                      <a:moveTo>
                        <a:pt x="6953" y="30290"/>
                      </a:moveTo>
                      <a:cubicBezTo>
                        <a:pt x="6953" y="42481"/>
                        <a:pt x="13621" y="54673"/>
                        <a:pt x="27051" y="54673"/>
                      </a:cubicBezTo>
                      <a:cubicBezTo>
                        <a:pt x="40481" y="54673"/>
                        <a:pt x="47149" y="42481"/>
                        <a:pt x="47149" y="30290"/>
                      </a:cubicBezTo>
                      <a:cubicBezTo>
                        <a:pt x="47149" y="18097"/>
                        <a:pt x="40481" y="5905"/>
                        <a:pt x="27051" y="5905"/>
                      </a:cubicBezTo>
                      <a:cubicBezTo>
                        <a:pt x="13621" y="5905"/>
                        <a:pt x="6953" y="18097"/>
                        <a:pt x="6953" y="30290"/>
                      </a:cubicBez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D24BBD5-C84C-84C3-208E-8BAF49E8C4E3}"/>
                    </a:ext>
                  </a:extLst>
                </p:cNvPr>
                <p:cNvSpPr/>
                <p:nvPr/>
              </p:nvSpPr>
              <p:spPr>
                <a:xfrm>
                  <a:off x="9057608" y="1515141"/>
                  <a:ext cx="50959" cy="57245"/>
                </a:xfrm>
                <a:custGeom>
                  <a:avLst/>
                  <a:gdLst>
                    <a:gd name="csX0" fmla="*/ 0 w 50959"/>
                    <a:gd name="csY0" fmla="*/ 0 h 57245"/>
                    <a:gd name="csX1" fmla="*/ 7811 w 50959"/>
                    <a:gd name="csY1" fmla="*/ 0 h 57245"/>
                    <a:gd name="csX2" fmla="*/ 25813 w 50959"/>
                    <a:gd name="csY2" fmla="*/ 50292 h 57245"/>
                    <a:gd name="csX3" fmla="*/ 26003 w 50959"/>
                    <a:gd name="csY3" fmla="*/ 50292 h 57245"/>
                    <a:gd name="csX4" fmla="*/ 43720 w 50959"/>
                    <a:gd name="csY4" fmla="*/ 0 h 57245"/>
                    <a:gd name="csX5" fmla="*/ 50959 w 50959"/>
                    <a:gd name="csY5" fmla="*/ 0 h 57245"/>
                    <a:gd name="csX6" fmla="*/ 29528 w 50959"/>
                    <a:gd name="csY6" fmla="*/ 57245 h 57245"/>
                    <a:gd name="csX7" fmla="*/ 22098 w 50959"/>
                    <a:gd name="csY7" fmla="*/ 57245 h 57245"/>
                    <a:gd name="csX8" fmla="*/ 0 w 50959"/>
                    <a:gd name="csY8" fmla="*/ 0 h 572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50959" h="57245">
                      <a:moveTo>
                        <a:pt x="0" y="0"/>
                      </a:moveTo>
                      <a:lnTo>
                        <a:pt x="7811" y="0"/>
                      </a:lnTo>
                      <a:lnTo>
                        <a:pt x="25813" y="50292"/>
                      </a:lnTo>
                      <a:lnTo>
                        <a:pt x="26003" y="50292"/>
                      </a:lnTo>
                      <a:lnTo>
                        <a:pt x="43720" y="0"/>
                      </a:lnTo>
                      <a:lnTo>
                        <a:pt x="50959" y="0"/>
                      </a:lnTo>
                      <a:lnTo>
                        <a:pt x="29528" y="57245"/>
                      </a:lnTo>
                      <a:lnTo>
                        <a:pt x="22098" y="572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65175591-8374-17E4-9D6B-ACE5FF2888EC}"/>
                    </a:ext>
                  </a:extLst>
                </p:cNvPr>
                <p:cNvSpPr/>
                <p:nvPr/>
              </p:nvSpPr>
              <p:spPr>
                <a:xfrm>
                  <a:off x="9112186" y="1513427"/>
                  <a:ext cx="53054" cy="60483"/>
                </a:xfrm>
                <a:custGeom>
                  <a:avLst/>
                  <a:gdLst>
                    <a:gd name="csX0" fmla="*/ 2572 w 53054"/>
                    <a:gd name="csY0" fmla="*/ 19241 h 60483"/>
                    <a:gd name="csX1" fmla="*/ 25718 w 53054"/>
                    <a:gd name="csY1" fmla="*/ 0 h 60483"/>
                    <a:gd name="csX2" fmla="*/ 46768 w 53054"/>
                    <a:gd name="csY2" fmla="*/ 18383 h 60483"/>
                    <a:gd name="csX3" fmla="*/ 46768 w 53054"/>
                    <a:gd name="csY3" fmla="*/ 48768 h 60483"/>
                    <a:gd name="csX4" fmla="*/ 50864 w 53054"/>
                    <a:gd name="csY4" fmla="*/ 52959 h 60483"/>
                    <a:gd name="csX5" fmla="*/ 53054 w 53054"/>
                    <a:gd name="csY5" fmla="*/ 52483 h 60483"/>
                    <a:gd name="csX6" fmla="*/ 53054 w 53054"/>
                    <a:gd name="csY6" fmla="*/ 58388 h 60483"/>
                    <a:gd name="csX7" fmla="*/ 48483 w 53054"/>
                    <a:gd name="csY7" fmla="*/ 58865 h 60483"/>
                    <a:gd name="csX8" fmla="*/ 40291 w 53054"/>
                    <a:gd name="csY8" fmla="*/ 48863 h 60483"/>
                    <a:gd name="csX9" fmla="*/ 40100 w 53054"/>
                    <a:gd name="csY9" fmla="*/ 48863 h 60483"/>
                    <a:gd name="csX10" fmla="*/ 19241 w 53054"/>
                    <a:gd name="csY10" fmla="*/ 60484 h 60483"/>
                    <a:gd name="csX11" fmla="*/ 0 w 53054"/>
                    <a:gd name="csY11" fmla="*/ 43720 h 60483"/>
                    <a:gd name="csX12" fmla="*/ 30766 w 53054"/>
                    <a:gd name="csY12" fmla="*/ 25336 h 60483"/>
                    <a:gd name="csX13" fmla="*/ 39720 w 53054"/>
                    <a:gd name="csY13" fmla="*/ 17526 h 60483"/>
                    <a:gd name="csX14" fmla="*/ 24765 w 53054"/>
                    <a:gd name="csY14" fmla="*/ 5810 h 60483"/>
                    <a:gd name="csX15" fmla="*/ 9430 w 53054"/>
                    <a:gd name="csY15" fmla="*/ 19145 h 60483"/>
                    <a:gd name="csX16" fmla="*/ 2477 w 53054"/>
                    <a:gd name="csY16" fmla="*/ 19145 h 60483"/>
                    <a:gd name="csX17" fmla="*/ 39910 w 53054"/>
                    <a:gd name="csY17" fmla="*/ 27718 h 60483"/>
                    <a:gd name="csX18" fmla="*/ 39720 w 53054"/>
                    <a:gd name="csY18" fmla="*/ 27718 h 60483"/>
                    <a:gd name="csX19" fmla="*/ 33814 w 53054"/>
                    <a:gd name="csY19" fmla="*/ 30290 h 60483"/>
                    <a:gd name="csX20" fmla="*/ 7144 w 53054"/>
                    <a:gd name="csY20" fmla="*/ 43529 h 60483"/>
                    <a:gd name="csX21" fmla="*/ 19908 w 53054"/>
                    <a:gd name="csY21" fmla="*/ 54864 h 60483"/>
                    <a:gd name="csX22" fmla="*/ 39910 w 53054"/>
                    <a:gd name="csY22" fmla="*/ 36862 h 60483"/>
                    <a:gd name="csX23" fmla="*/ 39910 w 53054"/>
                    <a:gd name="csY23" fmla="*/ 27718 h 604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53054" h="60483">
                      <a:moveTo>
                        <a:pt x="2572" y="19241"/>
                      </a:moveTo>
                      <a:cubicBezTo>
                        <a:pt x="3239" y="5810"/>
                        <a:pt x="12668" y="0"/>
                        <a:pt x="25718" y="0"/>
                      </a:cubicBezTo>
                      <a:cubicBezTo>
                        <a:pt x="35814" y="0"/>
                        <a:pt x="46768" y="3143"/>
                        <a:pt x="46768" y="18383"/>
                      </a:cubicBezTo>
                      <a:lnTo>
                        <a:pt x="46768" y="48768"/>
                      </a:lnTo>
                      <a:cubicBezTo>
                        <a:pt x="46768" y="51435"/>
                        <a:pt x="48102" y="52959"/>
                        <a:pt x="50864" y="52959"/>
                      </a:cubicBezTo>
                      <a:cubicBezTo>
                        <a:pt x="51626" y="52959"/>
                        <a:pt x="52483" y="52769"/>
                        <a:pt x="53054" y="52483"/>
                      </a:cubicBezTo>
                      <a:lnTo>
                        <a:pt x="53054" y="58388"/>
                      </a:lnTo>
                      <a:cubicBezTo>
                        <a:pt x="51531" y="58674"/>
                        <a:pt x="50388" y="58865"/>
                        <a:pt x="48483" y="58865"/>
                      </a:cubicBezTo>
                      <a:cubicBezTo>
                        <a:pt x="41339" y="58865"/>
                        <a:pt x="40291" y="54864"/>
                        <a:pt x="40291" y="48863"/>
                      </a:cubicBezTo>
                      <a:lnTo>
                        <a:pt x="40100" y="48863"/>
                      </a:lnTo>
                      <a:cubicBezTo>
                        <a:pt x="35243" y="56293"/>
                        <a:pt x="30195" y="60484"/>
                        <a:pt x="19241" y="60484"/>
                      </a:cubicBezTo>
                      <a:cubicBezTo>
                        <a:pt x="8287" y="60484"/>
                        <a:pt x="0" y="55245"/>
                        <a:pt x="0" y="43720"/>
                      </a:cubicBezTo>
                      <a:cubicBezTo>
                        <a:pt x="0" y="27623"/>
                        <a:pt x="15621" y="27051"/>
                        <a:pt x="30766" y="25336"/>
                      </a:cubicBezTo>
                      <a:cubicBezTo>
                        <a:pt x="36576" y="24670"/>
                        <a:pt x="39720" y="23908"/>
                        <a:pt x="39720" y="17526"/>
                      </a:cubicBezTo>
                      <a:cubicBezTo>
                        <a:pt x="39720" y="8096"/>
                        <a:pt x="32957" y="5810"/>
                        <a:pt x="24765" y="5810"/>
                      </a:cubicBezTo>
                      <a:cubicBezTo>
                        <a:pt x="16097" y="5810"/>
                        <a:pt x="9716" y="9811"/>
                        <a:pt x="9430" y="19145"/>
                      </a:cubicBezTo>
                      <a:lnTo>
                        <a:pt x="2477" y="19145"/>
                      </a:lnTo>
                      <a:close/>
                      <a:moveTo>
                        <a:pt x="39910" y="27718"/>
                      </a:moveTo>
                      <a:lnTo>
                        <a:pt x="39720" y="27718"/>
                      </a:lnTo>
                      <a:cubicBezTo>
                        <a:pt x="38862" y="29337"/>
                        <a:pt x="35719" y="29908"/>
                        <a:pt x="33814" y="30290"/>
                      </a:cubicBezTo>
                      <a:cubicBezTo>
                        <a:pt x="21908" y="32385"/>
                        <a:pt x="7144" y="32290"/>
                        <a:pt x="7144" y="43529"/>
                      </a:cubicBezTo>
                      <a:cubicBezTo>
                        <a:pt x="7144" y="50483"/>
                        <a:pt x="13335" y="54864"/>
                        <a:pt x="19908" y="54864"/>
                      </a:cubicBezTo>
                      <a:cubicBezTo>
                        <a:pt x="30575" y="54864"/>
                        <a:pt x="40005" y="48101"/>
                        <a:pt x="39910" y="36862"/>
                      </a:cubicBezTo>
                      <a:lnTo>
                        <a:pt x="39910" y="2771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5D270C34-07AD-7685-70D7-7B400698A744}"/>
                    </a:ext>
                  </a:extLst>
                </p:cNvPr>
                <p:cNvSpPr/>
                <p:nvPr/>
              </p:nvSpPr>
              <p:spPr>
                <a:xfrm>
                  <a:off x="9167145" y="1497901"/>
                  <a:ext cx="28575" cy="75152"/>
                </a:xfrm>
                <a:custGeom>
                  <a:avLst/>
                  <a:gdLst>
                    <a:gd name="csX0" fmla="*/ 16955 w 28575"/>
                    <a:gd name="csY0" fmla="*/ 17240 h 75152"/>
                    <a:gd name="csX1" fmla="*/ 28575 w 28575"/>
                    <a:gd name="csY1" fmla="*/ 17240 h 75152"/>
                    <a:gd name="csX2" fmla="*/ 28575 w 28575"/>
                    <a:gd name="csY2" fmla="*/ 23146 h 75152"/>
                    <a:gd name="csX3" fmla="*/ 16955 w 28575"/>
                    <a:gd name="csY3" fmla="*/ 23146 h 75152"/>
                    <a:gd name="csX4" fmla="*/ 16955 w 28575"/>
                    <a:gd name="csY4" fmla="*/ 61722 h 75152"/>
                    <a:gd name="csX5" fmla="*/ 22574 w 28575"/>
                    <a:gd name="csY5" fmla="*/ 69247 h 75152"/>
                    <a:gd name="csX6" fmla="*/ 28575 w 28575"/>
                    <a:gd name="csY6" fmla="*/ 68961 h 75152"/>
                    <a:gd name="csX7" fmla="*/ 28575 w 28575"/>
                    <a:gd name="csY7" fmla="*/ 74962 h 75152"/>
                    <a:gd name="csX8" fmla="*/ 22384 w 28575"/>
                    <a:gd name="csY8" fmla="*/ 75152 h 75152"/>
                    <a:gd name="csX9" fmla="*/ 10001 w 28575"/>
                    <a:gd name="csY9" fmla="*/ 62294 h 75152"/>
                    <a:gd name="csX10" fmla="*/ 10001 w 28575"/>
                    <a:gd name="csY10" fmla="*/ 23146 h 75152"/>
                    <a:gd name="csX11" fmla="*/ 0 w 28575"/>
                    <a:gd name="csY11" fmla="*/ 23146 h 75152"/>
                    <a:gd name="csX12" fmla="*/ 0 w 28575"/>
                    <a:gd name="csY12" fmla="*/ 17240 h 75152"/>
                    <a:gd name="csX13" fmla="*/ 10001 w 28575"/>
                    <a:gd name="csY13" fmla="*/ 17240 h 75152"/>
                    <a:gd name="csX14" fmla="*/ 10001 w 28575"/>
                    <a:gd name="csY14" fmla="*/ 0 h 75152"/>
                    <a:gd name="csX15" fmla="*/ 16955 w 28575"/>
                    <a:gd name="csY15" fmla="*/ 0 h 75152"/>
                    <a:gd name="csX16" fmla="*/ 16955 w 28575"/>
                    <a:gd name="csY16" fmla="*/ 17240 h 751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8575" h="75152">
                      <a:moveTo>
                        <a:pt x="16955" y="17240"/>
                      </a:moveTo>
                      <a:lnTo>
                        <a:pt x="28575" y="17240"/>
                      </a:lnTo>
                      <a:lnTo>
                        <a:pt x="28575" y="23146"/>
                      </a:lnTo>
                      <a:lnTo>
                        <a:pt x="16955" y="23146"/>
                      </a:lnTo>
                      <a:lnTo>
                        <a:pt x="16955" y="61722"/>
                      </a:lnTo>
                      <a:cubicBezTo>
                        <a:pt x="16955" y="66294"/>
                        <a:pt x="17622" y="68961"/>
                        <a:pt x="22574" y="69247"/>
                      </a:cubicBezTo>
                      <a:cubicBezTo>
                        <a:pt x="24575" y="69247"/>
                        <a:pt x="26575" y="69151"/>
                        <a:pt x="28575" y="68961"/>
                      </a:cubicBezTo>
                      <a:lnTo>
                        <a:pt x="28575" y="74962"/>
                      </a:lnTo>
                      <a:cubicBezTo>
                        <a:pt x="26480" y="74962"/>
                        <a:pt x="24479" y="75152"/>
                        <a:pt x="22384" y="75152"/>
                      </a:cubicBezTo>
                      <a:cubicBezTo>
                        <a:pt x="13049" y="75152"/>
                        <a:pt x="9811" y="72009"/>
                        <a:pt x="10001" y="62294"/>
                      </a:cubicBezTo>
                      <a:lnTo>
                        <a:pt x="10001" y="23146"/>
                      </a:lnTo>
                      <a:lnTo>
                        <a:pt x="0" y="23146"/>
                      </a:lnTo>
                      <a:lnTo>
                        <a:pt x="0" y="17240"/>
                      </a:lnTo>
                      <a:lnTo>
                        <a:pt x="10001" y="17240"/>
                      </a:lnTo>
                      <a:lnTo>
                        <a:pt x="10001" y="0"/>
                      </a:lnTo>
                      <a:lnTo>
                        <a:pt x="16955" y="0"/>
                      </a:lnTo>
                      <a:lnTo>
                        <a:pt x="16955" y="1724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27F18972-8D89-C934-1469-13C3AB487CB5}"/>
                    </a:ext>
                  </a:extLst>
                </p:cNvPr>
                <p:cNvSpPr/>
                <p:nvPr/>
              </p:nvSpPr>
              <p:spPr>
                <a:xfrm>
                  <a:off x="9203055" y="1513522"/>
                  <a:ext cx="50988" cy="60579"/>
                </a:xfrm>
                <a:custGeom>
                  <a:avLst/>
                  <a:gdLst>
                    <a:gd name="csX0" fmla="*/ 6953 w 50988"/>
                    <a:gd name="csY0" fmla="*/ 32194 h 60579"/>
                    <a:gd name="csX1" fmla="*/ 25812 w 50988"/>
                    <a:gd name="csY1" fmla="*/ 54673 h 60579"/>
                    <a:gd name="csX2" fmla="*/ 43815 w 50988"/>
                    <a:gd name="csY2" fmla="*/ 40005 h 60579"/>
                    <a:gd name="csX3" fmla="*/ 50768 w 50988"/>
                    <a:gd name="csY3" fmla="*/ 40005 h 60579"/>
                    <a:gd name="csX4" fmla="*/ 25812 w 50988"/>
                    <a:gd name="csY4" fmla="*/ 60579 h 60579"/>
                    <a:gd name="csX5" fmla="*/ 0 w 50988"/>
                    <a:gd name="csY5" fmla="*/ 30290 h 60579"/>
                    <a:gd name="csX6" fmla="*/ 25812 w 50988"/>
                    <a:gd name="csY6" fmla="*/ 0 h 60579"/>
                    <a:gd name="csX7" fmla="*/ 50959 w 50988"/>
                    <a:gd name="csY7" fmla="*/ 32194 h 60579"/>
                    <a:gd name="csX8" fmla="*/ 6953 w 50988"/>
                    <a:gd name="csY8" fmla="*/ 32194 h 60579"/>
                    <a:gd name="csX9" fmla="*/ 44005 w 50988"/>
                    <a:gd name="csY9" fmla="*/ 26289 h 60579"/>
                    <a:gd name="csX10" fmla="*/ 25812 w 50988"/>
                    <a:gd name="csY10" fmla="*/ 5905 h 60579"/>
                    <a:gd name="csX11" fmla="*/ 6953 w 50988"/>
                    <a:gd name="csY11" fmla="*/ 26289 h 60579"/>
                    <a:gd name="csX12" fmla="*/ 44005 w 50988"/>
                    <a:gd name="csY12" fmla="*/ 26289 h 605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0988" h="60579">
                      <a:moveTo>
                        <a:pt x="6953" y="32194"/>
                      </a:moveTo>
                      <a:cubicBezTo>
                        <a:pt x="7048" y="42386"/>
                        <a:pt x="12382" y="54673"/>
                        <a:pt x="25812" y="54673"/>
                      </a:cubicBezTo>
                      <a:cubicBezTo>
                        <a:pt x="36004" y="54673"/>
                        <a:pt x="41529" y="48673"/>
                        <a:pt x="43815" y="40005"/>
                      </a:cubicBezTo>
                      <a:lnTo>
                        <a:pt x="50768" y="40005"/>
                      </a:lnTo>
                      <a:cubicBezTo>
                        <a:pt x="47815" y="52959"/>
                        <a:pt x="40195" y="60579"/>
                        <a:pt x="25812" y="60579"/>
                      </a:cubicBezTo>
                      <a:cubicBezTo>
                        <a:pt x="7620" y="60579"/>
                        <a:pt x="0" y="46577"/>
                        <a:pt x="0" y="30290"/>
                      </a:cubicBezTo>
                      <a:cubicBezTo>
                        <a:pt x="0" y="15240"/>
                        <a:pt x="7620" y="0"/>
                        <a:pt x="25812" y="0"/>
                      </a:cubicBezTo>
                      <a:cubicBezTo>
                        <a:pt x="44005" y="0"/>
                        <a:pt x="51530" y="16097"/>
                        <a:pt x="50959" y="32194"/>
                      </a:cubicBezTo>
                      <a:lnTo>
                        <a:pt x="6953" y="32194"/>
                      </a:lnTo>
                      <a:close/>
                      <a:moveTo>
                        <a:pt x="44005" y="26289"/>
                      </a:moveTo>
                      <a:cubicBezTo>
                        <a:pt x="43719" y="15716"/>
                        <a:pt x="37147" y="5905"/>
                        <a:pt x="25812" y="5905"/>
                      </a:cubicBezTo>
                      <a:cubicBezTo>
                        <a:pt x="14478" y="5905"/>
                        <a:pt x="8096" y="15907"/>
                        <a:pt x="6953" y="26289"/>
                      </a:cubicBezTo>
                      <a:lnTo>
                        <a:pt x="44005" y="2628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5027ECD3-407A-D651-4ED2-36AA2F8736FB}"/>
                    </a:ext>
                  </a:extLst>
                </p:cNvPr>
                <p:cNvSpPr/>
                <p:nvPr/>
              </p:nvSpPr>
              <p:spPr>
                <a:xfrm>
                  <a:off x="9267538" y="1560671"/>
                  <a:ext cx="9334" cy="11715"/>
                </a:xfrm>
                <a:custGeom>
                  <a:avLst/>
                  <a:gdLst>
                    <a:gd name="csX0" fmla="*/ 0 w 9334"/>
                    <a:gd name="csY0" fmla="*/ 11716 h 11715"/>
                    <a:gd name="csX1" fmla="*/ 0 w 9334"/>
                    <a:gd name="csY1" fmla="*/ 0 h 11715"/>
                    <a:gd name="csX2" fmla="*/ 9335 w 9334"/>
                    <a:gd name="csY2" fmla="*/ 0 h 11715"/>
                    <a:gd name="csX3" fmla="*/ 9335 w 9334"/>
                    <a:gd name="csY3" fmla="*/ 11716 h 11715"/>
                    <a:gd name="csX4" fmla="*/ 0 w 9334"/>
                    <a:gd name="csY4" fmla="*/ 11716 h 11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334" h="11715">
                      <a:moveTo>
                        <a:pt x="0" y="11716"/>
                      </a:moveTo>
                      <a:lnTo>
                        <a:pt x="0" y="0"/>
                      </a:lnTo>
                      <a:lnTo>
                        <a:pt x="9335" y="0"/>
                      </a:lnTo>
                      <a:lnTo>
                        <a:pt x="9335" y="11716"/>
                      </a:lnTo>
                      <a:lnTo>
                        <a:pt x="0" y="1171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F5C2B74A-F4F8-D130-ACDD-CF50874D19F7}"/>
                    </a:ext>
                  </a:extLst>
                </p:cNvPr>
                <p:cNvSpPr/>
                <p:nvPr/>
              </p:nvSpPr>
              <p:spPr>
                <a:xfrm>
                  <a:off x="9327070" y="1493234"/>
                  <a:ext cx="7525" cy="79247"/>
                </a:xfrm>
                <a:custGeom>
                  <a:avLst/>
                  <a:gdLst>
                    <a:gd name="csX0" fmla="*/ 0 w 7525"/>
                    <a:gd name="csY0" fmla="*/ 0 h 79247"/>
                    <a:gd name="csX1" fmla="*/ 7525 w 7525"/>
                    <a:gd name="csY1" fmla="*/ 0 h 79247"/>
                    <a:gd name="csX2" fmla="*/ 7525 w 7525"/>
                    <a:gd name="csY2" fmla="*/ 79248 h 79247"/>
                    <a:gd name="csX3" fmla="*/ 0 w 7525"/>
                    <a:gd name="csY3" fmla="*/ 79248 h 79247"/>
                    <a:gd name="csX4" fmla="*/ 0 w 7525"/>
                    <a:gd name="csY4" fmla="*/ 0 h 792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525" h="79247">
                      <a:moveTo>
                        <a:pt x="0" y="0"/>
                      </a:moveTo>
                      <a:lnTo>
                        <a:pt x="7525" y="0"/>
                      </a:lnTo>
                      <a:lnTo>
                        <a:pt x="7525" y="79248"/>
                      </a:lnTo>
                      <a:lnTo>
                        <a:pt x="0" y="792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B1DC4A1F-6F82-2868-10F7-6F217EBE2731}"/>
                    </a:ext>
                  </a:extLst>
                </p:cNvPr>
                <p:cNvSpPr/>
                <p:nvPr/>
              </p:nvSpPr>
              <p:spPr>
                <a:xfrm>
                  <a:off x="9349549" y="1513522"/>
                  <a:ext cx="46482" cy="58959"/>
                </a:xfrm>
                <a:custGeom>
                  <a:avLst/>
                  <a:gdLst>
                    <a:gd name="csX0" fmla="*/ 95 w 46482"/>
                    <a:gd name="csY0" fmla="*/ 1619 h 58959"/>
                    <a:gd name="csX1" fmla="*/ 7048 w 46482"/>
                    <a:gd name="csY1" fmla="*/ 1619 h 58959"/>
                    <a:gd name="csX2" fmla="*/ 7048 w 46482"/>
                    <a:gd name="csY2" fmla="*/ 11525 h 58959"/>
                    <a:gd name="csX3" fmla="*/ 7239 w 46482"/>
                    <a:gd name="csY3" fmla="*/ 11525 h 58959"/>
                    <a:gd name="csX4" fmla="*/ 25527 w 46482"/>
                    <a:gd name="csY4" fmla="*/ 0 h 58959"/>
                    <a:gd name="csX5" fmla="*/ 46482 w 46482"/>
                    <a:gd name="csY5" fmla="*/ 22098 h 58959"/>
                    <a:gd name="csX6" fmla="*/ 46482 w 46482"/>
                    <a:gd name="csY6" fmla="*/ 58960 h 58959"/>
                    <a:gd name="csX7" fmla="*/ 39528 w 46482"/>
                    <a:gd name="csY7" fmla="*/ 58960 h 58959"/>
                    <a:gd name="csX8" fmla="*/ 39528 w 46482"/>
                    <a:gd name="csY8" fmla="*/ 23241 h 58959"/>
                    <a:gd name="csX9" fmla="*/ 24955 w 46482"/>
                    <a:gd name="csY9" fmla="*/ 5905 h 58959"/>
                    <a:gd name="csX10" fmla="*/ 6953 w 46482"/>
                    <a:gd name="csY10" fmla="*/ 25527 h 58959"/>
                    <a:gd name="csX11" fmla="*/ 6953 w 46482"/>
                    <a:gd name="csY11" fmla="*/ 58960 h 58959"/>
                    <a:gd name="csX12" fmla="*/ 0 w 46482"/>
                    <a:gd name="csY12" fmla="*/ 58960 h 58959"/>
                    <a:gd name="csX13" fmla="*/ 0 w 46482"/>
                    <a:gd name="csY13" fmla="*/ 1715 h 58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46482" h="58959">
                      <a:moveTo>
                        <a:pt x="95" y="1619"/>
                      </a:moveTo>
                      <a:lnTo>
                        <a:pt x="7048" y="1619"/>
                      </a:lnTo>
                      <a:lnTo>
                        <a:pt x="7048" y="11525"/>
                      </a:lnTo>
                      <a:lnTo>
                        <a:pt x="7239" y="11525"/>
                      </a:lnTo>
                      <a:cubicBezTo>
                        <a:pt x="9810" y="4667"/>
                        <a:pt x="17430" y="0"/>
                        <a:pt x="25527" y="0"/>
                      </a:cubicBezTo>
                      <a:cubicBezTo>
                        <a:pt x="41624" y="0"/>
                        <a:pt x="46482" y="8477"/>
                        <a:pt x="46482" y="22098"/>
                      </a:cubicBezTo>
                      <a:lnTo>
                        <a:pt x="46482" y="58960"/>
                      </a:lnTo>
                      <a:lnTo>
                        <a:pt x="39528" y="58960"/>
                      </a:lnTo>
                      <a:lnTo>
                        <a:pt x="39528" y="23241"/>
                      </a:lnTo>
                      <a:cubicBezTo>
                        <a:pt x="39528" y="13335"/>
                        <a:pt x="36290" y="5905"/>
                        <a:pt x="24955" y="5905"/>
                      </a:cubicBezTo>
                      <a:cubicBezTo>
                        <a:pt x="13621" y="5905"/>
                        <a:pt x="7239" y="14383"/>
                        <a:pt x="6953" y="25527"/>
                      </a:cubicBezTo>
                      <a:lnTo>
                        <a:pt x="6953" y="58960"/>
                      </a:lnTo>
                      <a:lnTo>
                        <a:pt x="0" y="58960"/>
                      </a:lnTo>
                      <a:lnTo>
                        <a:pt x="0" y="17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15A29D6A-9185-C1E3-C1CB-1734E2C0CE13}"/>
                    </a:ext>
                  </a:extLst>
                </p:cNvPr>
                <p:cNvSpPr/>
                <p:nvPr/>
              </p:nvSpPr>
              <p:spPr>
                <a:xfrm>
                  <a:off x="9403556" y="1497901"/>
                  <a:ext cx="28575" cy="75152"/>
                </a:xfrm>
                <a:custGeom>
                  <a:avLst/>
                  <a:gdLst>
                    <a:gd name="csX0" fmla="*/ 16955 w 28575"/>
                    <a:gd name="csY0" fmla="*/ 17240 h 75152"/>
                    <a:gd name="csX1" fmla="*/ 28575 w 28575"/>
                    <a:gd name="csY1" fmla="*/ 17240 h 75152"/>
                    <a:gd name="csX2" fmla="*/ 28575 w 28575"/>
                    <a:gd name="csY2" fmla="*/ 23146 h 75152"/>
                    <a:gd name="csX3" fmla="*/ 16955 w 28575"/>
                    <a:gd name="csY3" fmla="*/ 23146 h 75152"/>
                    <a:gd name="csX4" fmla="*/ 16955 w 28575"/>
                    <a:gd name="csY4" fmla="*/ 61722 h 75152"/>
                    <a:gd name="csX5" fmla="*/ 22574 w 28575"/>
                    <a:gd name="csY5" fmla="*/ 69247 h 75152"/>
                    <a:gd name="csX6" fmla="*/ 28575 w 28575"/>
                    <a:gd name="csY6" fmla="*/ 68961 h 75152"/>
                    <a:gd name="csX7" fmla="*/ 28575 w 28575"/>
                    <a:gd name="csY7" fmla="*/ 74962 h 75152"/>
                    <a:gd name="csX8" fmla="*/ 22384 w 28575"/>
                    <a:gd name="csY8" fmla="*/ 75152 h 75152"/>
                    <a:gd name="csX9" fmla="*/ 10001 w 28575"/>
                    <a:gd name="csY9" fmla="*/ 62294 h 75152"/>
                    <a:gd name="csX10" fmla="*/ 10001 w 28575"/>
                    <a:gd name="csY10" fmla="*/ 23146 h 75152"/>
                    <a:gd name="csX11" fmla="*/ 0 w 28575"/>
                    <a:gd name="csY11" fmla="*/ 23146 h 75152"/>
                    <a:gd name="csX12" fmla="*/ 0 w 28575"/>
                    <a:gd name="csY12" fmla="*/ 17240 h 75152"/>
                    <a:gd name="csX13" fmla="*/ 10001 w 28575"/>
                    <a:gd name="csY13" fmla="*/ 17240 h 75152"/>
                    <a:gd name="csX14" fmla="*/ 10001 w 28575"/>
                    <a:gd name="csY14" fmla="*/ 0 h 75152"/>
                    <a:gd name="csX15" fmla="*/ 16955 w 28575"/>
                    <a:gd name="csY15" fmla="*/ 0 h 75152"/>
                    <a:gd name="csX16" fmla="*/ 16955 w 28575"/>
                    <a:gd name="csY16" fmla="*/ 17240 h 751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8575" h="75152">
                      <a:moveTo>
                        <a:pt x="16955" y="17240"/>
                      </a:moveTo>
                      <a:lnTo>
                        <a:pt x="28575" y="17240"/>
                      </a:lnTo>
                      <a:lnTo>
                        <a:pt x="28575" y="23146"/>
                      </a:lnTo>
                      <a:lnTo>
                        <a:pt x="16955" y="23146"/>
                      </a:lnTo>
                      <a:lnTo>
                        <a:pt x="16955" y="61722"/>
                      </a:lnTo>
                      <a:cubicBezTo>
                        <a:pt x="16955" y="66294"/>
                        <a:pt x="17621" y="68961"/>
                        <a:pt x="22574" y="69247"/>
                      </a:cubicBezTo>
                      <a:cubicBezTo>
                        <a:pt x="24575" y="69247"/>
                        <a:pt x="26575" y="69151"/>
                        <a:pt x="28575" y="68961"/>
                      </a:cubicBezTo>
                      <a:lnTo>
                        <a:pt x="28575" y="74962"/>
                      </a:lnTo>
                      <a:cubicBezTo>
                        <a:pt x="26480" y="74962"/>
                        <a:pt x="24479" y="75152"/>
                        <a:pt x="22384" y="75152"/>
                      </a:cubicBezTo>
                      <a:cubicBezTo>
                        <a:pt x="13049" y="75152"/>
                        <a:pt x="9811" y="72009"/>
                        <a:pt x="10001" y="62294"/>
                      </a:cubicBezTo>
                      <a:lnTo>
                        <a:pt x="10001" y="23146"/>
                      </a:lnTo>
                      <a:lnTo>
                        <a:pt x="0" y="23146"/>
                      </a:lnTo>
                      <a:lnTo>
                        <a:pt x="0" y="17240"/>
                      </a:lnTo>
                      <a:lnTo>
                        <a:pt x="10001" y="17240"/>
                      </a:lnTo>
                      <a:lnTo>
                        <a:pt x="10001" y="0"/>
                      </a:lnTo>
                      <a:lnTo>
                        <a:pt x="16955" y="0"/>
                      </a:lnTo>
                      <a:lnTo>
                        <a:pt x="16955" y="1724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E42CDBB9-2CF2-CE93-FF6B-15F3EE45F6C4}"/>
                    </a:ext>
                  </a:extLst>
                </p:cNvPr>
                <p:cNvSpPr/>
                <p:nvPr/>
              </p:nvSpPr>
              <p:spPr>
                <a:xfrm>
                  <a:off x="9439370" y="1513522"/>
                  <a:ext cx="50988" cy="60579"/>
                </a:xfrm>
                <a:custGeom>
                  <a:avLst/>
                  <a:gdLst>
                    <a:gd name="csX0" fmla="*/ 6953 w 50988"/>
                    <a:gd name="csY0" fmla="*/ 32194 h 60579"/>
                    <a:gd name="csX1" fmla="*/ 25812 w 50988"/>
                    <a:gd name="csY1" fmla="*/ 54673 h 60579"/>
                    <a:gd name="csX2" fmla="*/ 43815 w 50988"/>
                    <a:gd name="csY2" fmla="*/ 40005 h 60579"/>
                    <a:gd name="csX3" fmla="*/ 50768 w 50988"/>
                    <a:gd name="csY3" fmla="*/ 40005 h 60579"/>
                    <a:gd name="csX4" fmla="*/ 25812 w 50988"/>
                    <a:gd name="csY4" fmla="*/ 60579 h 60579"/>
                    <a:gd name="csX5" fmla="*/ 0 w 50988"/>
                    <a:gd name="csY5" fmla="*/ 30290 h 60579"/>
                    <a:gd name="csX6" fmla="*/ 25812 w 50988"/>
                    <a:gd name="csY6" fmla="*/ 0 h 60579"/>
                    <a:gd name="csX7" fmla="*/ 50959 w 50988"/>
                    <a:gd name="csY7" fmla="*/ 32194 h 60579"/>
                    <a:gd name="csX8" fmla="*/ 6953 w 50988"/>
                    <a:gd name="csY8" fmla="*/ 32194 h 60579"/>
                    <a:gd name="csX9" fmla="*/ 44005 w 50988"/>
                    <a:gd name="csY9" fmla="*/ 26289 h 60579"/>
                    <a:gd name="csX10" fmla="*/ 25812 w 50988"/>
                    <a:gd name="csY10" fmla="*/ 5905 h 60579"/>
                    <a:gd name="csX11" fmla="*/ 6953 w 50988"/>
                    <a:gd name="csY11" fmla="*/ 26289 h 60579"/>
                    <a:gd name="csX12" fmla="*/ 44005 w 50988"/>
                    <a:gd name="csY12" fmla="*/ 26289 h 605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0988" h="60579">
                      <a:moveTo>
                        <a:pt x="6953" y="32194"/>
                      </a:moveTo>
                      <a:cubicBezTo>
                        <a:pt x="7048" y="42386"/>
                        <a:pt x="12382" y="54673"/>
                        <a:pt x="25812" y="54673"/>
                      </a:cubicBezTo>
                      <a:cubicBezTo>
                        <a:pt x="36004" y="54673"/>
                        <a:pt x="41529" y="48673"/>
                        <a:pt x="43815" y="40005"/>
                      </a:cubicBezTo>
                      <a:lnTo>
                        <a:pt x="50768" y="40005"/>
                      </a:lnTo>
                      <a:cubicBezTo>
                        <a:pt x="47816" y="52959"/>
                        <a:pt x="40195" y="60579"/>
                        <a:pt x="25812" y="60579"/>
                      </a:cubicBezTo>
                      <a:cubicBezTo>
                        <a:pt x="7620" y="60579"/>
                        <a:pt x="0" y="46577"/>
                        <a:pt x="0" y="30290"/>
                      </a:cubicBezTo>
                      <a:cubicBezTo>
                        <a:pt x="0" y="15240"/>
                        <a:pt x="7620" y="0"/>
                        <a:pt x="25812" y="0"/>
                      </a:cubicBezTo>
                      <a:cubicBezTo>
                        <a:pt x="44005" y="0"/>
                        <a:pt x="51530" y="16097"/>
                        <a:pt x="50959" y="32194"/>
                      </a:cubicBezTo>
                      <a:lnTo>
                        <a:pt x="6953" y="32194"/>
                      </a:lnTo>
                      <a:close/>
                      <a:moveTo>
                        <a:pt x="44005" y="26289"/>
                      </a:moveTo>
                      <a:cubicBezTo>
                        <a:pt x="43719" y="15716"/>
                        <a:pt x="37147" y="5905"/>
                        <a:pt x="25812" y="5905"/>
                      </a:cubicBezTo>
                      <a:cubicBezTo>
                        <a:pt x="14478" y="5905"/>
                        <a:pt x="8096" y="15907"/>
                        <a:pt x="6953" y="26289"/>
                      </a:cubicBezTo>
                      <a:lnTo>
                        <a:pt x="44005" y="2628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55CC04E1-2E3B-F4D6-ABED-783CE95942F7}"/>
                    </a:ext>
                  </a:extLst>
                </p:cNvPr>
                <p:cNvSpPr/>
                <p:nvPr/>
              </p:nvSpPr>
              <p:spPr>
                <a:xfrm>
                  <a:off x="9496901" y="1513332"/>
                  <a:ext cx="51244" cy="81915"/>
                </a:xfrm>
                <a:custGeom>
                  <a:avLst/>
                  <a:gdLst>
                    <a:gd name="csX0" fmla="*/ 51245 w 51244"/>
                    <a:gd name="csY0" fmla="*/ 54388 h 81915"/>
                    <a:gd name="csX1" fmla="*/ 25813 w 51244"/>
                    <a:gd name="csY1" fmla="*/ 81915 h 81915"/>
                    <a:gd name="csX2" fmla="*/ 2096 w 51244"/>
                    <a:gd name="csY2" fmla="*/ 64580 h 81915"/>
                    <a:gd name="csX3" fmla="*/ 9049 w 51244"/>
                    <a:gd name="csY3" fmla="*/ 64580 h 81915"/>
                    <a:gd name="csX4" fmla="*/ 25813 w 51244"/>
                    <a:gd name="csY4" fmla="*/ 76009 h 81915"/>
                    <a:gd name="csX5" fmla="*/ 44196 w 51244"/>
                    <a:gd name="csY5" fmla="*/ 54388 h 81915"/>
                    <a:gd name="csX6" fmla="*/ 44196 w 51244"/>
                    <a:gd name="csY6" fmla="*/ 46577 h 81915"/>
                    <a:gd name="csX7" fmla="*/ 44005 w 51244"/>
                    <a:gd name="csY7" fmla="*/ 46577 h 81915"/>
                    <a:gd name="csX8" fmla="*/ 25813 w 51244"/>
                    <a:gd name="csY8" fmla="*/ 58293 h 81915"/>
                    <a:gd name="csX9" fmla="*/ 0 w 51244"/>
                    <a:gd name="csY9" fmla="*/ 28861 h 81915"/>
                    <a:gd name="csX10" fmla="*/ 25813 w 51244"/>
                    <a:gd name="csY10" fmla="*/ 0 h 81915"/>
                    <a:gd name="csX11" fmla="*/ 44005 w 51244"/>
                    <a:gd name="csY11" fmla="*/ 11525 h 81915"/>
                    <a:gd name="csX12" fmla="*/ 44196 w 51244"/>
                    <a:gd name="csY12" fmla="*/ 11525 h 81915"/>
                    <a:gd name="csX13" fmla="*/ 44196 w 51244"/>
                    <a:gd name="csY13" fmla="*/ 1619 h 81915"/>
                    <a:gd name="csX14" fmla="*/ 51149 w 51244"/>
                    <a:gd name="csY14" fmla="*/ 1619 h 81915"/>
                    <a:gd name="csX15" fmla="*/ 51149 w 51244"/>
                    <a:gd name="csY15" fmla="*/ 54197 h 81915"/>
                    <a:gd name="csX16" fmla="*/ 44291 w 51244"/>
                    <a:gd name="csY16" fmla="*/ 29813 h 81915"/>
                    <a:gd name="csX17" fmla="*/ 25908 w 51244"/>
                    <a:gd name="csY17" fmla="*/ 6096 h 81915"/>
                    <a:gd name="csX18" fmla="*/ 7048 w 51244"/>
                    <a:gd name="csY18" fmla="*/ 29813 h 81915"/>
                    <a:gd name="csX19" fmla="*/ 25908 w 51244"/>
                    <a:gd name="csY19" fmla="*/ 52578 h 81915"/>
                    <a:gd name="csX20" fmla="*/ 44291 w 51244"/>
                    <a:gd name="csY20" fmla="*/ 29813 h 819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51244" h="81915">
                      <a:moveTo>
                        <a:pt x="51245" y="54388"/>
                      </a:moveTo>
                      <a:cubicBezTo>
                        <a:pt x="51149" y="71437"/>
                        <a:pt x="44577" y="81915"/>
                        <a:pt x="25813" y="81915"/>
                      </a:cubicBezTo>
                      <a:cubicBezTo>
                        <a:pt x="14383" y="81915"/>
                        <a:pt x="3048" y="76772"/>
                        <a:pt x="2096" y="64580"/>
                      </a:cubicBezTo>
                      <a:lnTo>
                        <a:pt x="9049" y="64580"/>
                      </a:lnTo>
                      <a:cubicBezTo>
                        <a:pt x="10573" y="73057"/>
                        <a:pt x="18002" y="76009"/>
                        <a:pt x="25813" y="76009"/>
                      </a:cubicBezTo>
                      <a:cubicBezTo>
                        <a:pt x="38671" y="76009"/>
                        <a:pt x="44196" y="68389"/>
                        <a:pt x="44196" y="54388"/>
                      </a:cubicBezTo>
                      <a:lnTo>
                        <a:pt x="44196" y="46577"/>
                      </a:lnTo>
                      <a:lnTo>
                        <a:pt x="44005" y="46577"/>
                      </a:lnTo>
                      <a:cubicBezTo>
                        <a:pt x="40767" y="53530"/>
                        <a:pt x="34004" y="58293"/>
                        <a:pt x="25813" y="58293"/>
                      </a:cubicBezTo>
                      <a:cubicBezTo>
                        <a:pt x="7525" y="58293"/>
                        <a:pt x="0" y="45244"/>
                        <a:pt x="0" y="28861"/>
                      </a:cubicBezTo>
                      <a:cubicBezTo>
                        <a:pt x="0" y="12478"/>
                        <a:pt x="9335" y="0"/>
                        <a:pt x="25813" y="0"/>
                      </a:cubicBezTo>
                      <a:cubicBezTo>
                        <a:pt x="34100" y="0"/>
                        <a:pt x="41243" y="5239"/>
                        <a:pt x="44005" y="11525"/>
                      </a:cubicBezTo>
                      <a:lnTo>
                        <a:pt x="44196" y="11525"/>
                      </a:lnTo>
                      <a:lnTo>
                        <a:pt x="44196" y="1619"/>
                      </a:lnTo>
                      <a:lnTo>
                        <a:pt x="51149" y="1619"/>
                      </a:lnTo>
                      <a:lnTo>
                        <a:pt x="51149" y="54197"/>
                      </a:lnTo>
                      <a:close/>
                      <a:moveTo>
                        <a:pt x="44291" y="29813"/>
                      </a:moveTo>
                      <a:cubicBezTo>
                        <a:pt x="44291" y="18574"/>
                        <a:pt x="39053" y="6096"/>
                        <a:pt x="25908" y="6096"/>
                      </a:cubicBezTo>
                      <a:cubicBezTo>
                        <a:pt x="12764" y="6096"/>
                        <a:pt x="7048" y="18002"/>
                        <a:pt x="7048" y="29813"/>
                      </a:cubicBezTo>
                      <a:cubicBezTo>
                        <a:pt x="7048" y="41624"/>
                        <a:pt x="13049" y="52578"/>
                        <a:pt x="25908" y="52578"/>
                      </a:cubicBezTo>
                      <a:cubicBezTo>
                        <a:pt x="38005" y="52578"/>
                        <a:pt x="44291" y="41529"/>
                        <a:pt x="44291" y="29813"/>
                      </a:cubicBez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865C6136-C365-A742-CE65-5CD086FB0D24}"/>
                    </a:ext>
                  </a:extLst>
                </p:cNvPr>
                <p:cNvSpPr/>
                <p:nvPr/>
              </p:nvSpPr>
              <p:spPr>
                <a:xfrm>
                  <a:off x="9561480" y="1514350"/>
                  <a:ext cx="28288" cy="58036"/>
                </a:xfrm>
                <a:custGeom>
                  <a:avLst/>
                  <a:gdLst>
                    <a:gd name="csX0" fmla="*/ 0 w 28288"/>
                    <a:gd name="csY0" fmla="*/ 791 h 58036"/>
                    <a:gd name="csX1" fmla="*/ 6477 w 28288"/>
                    <a:gd name="csY1" fmla="*/ 791 h 58036"/>
                    <a:gd name="csX2" fmla="*/ 6477 w 28288"/>
                    <a:gd name="csY2" fmla="*/ 14221 h 58036"/>
                    <a:gd name="csX3" fmla="*/ 6668 w 28288"/>
                    <a:gd name="csY3" fmla="*/ 14221 h 58036"/>
                    <a:gd name="csX4" fmla="*/ 28289 w 28288"/>
                    <a:gd name="csY4" fmla="*/ 29 h 58036"/>
                    <a:gd name="csX5" fmla="*/ 28289 w 28288"/>
                    <a:gd name="csY5" fmla="*/ 6982 h 58036"/>
                    <a:gd name="csX6" fmla="*/ 6953 w 28288"/>
                    <a:gd name="csY6" fmla="*/ 27556 h 58036"/>
                    <a:gd name="csX7" fmla="*/ 6953 w 28288"/>
                    <a:gd name="csY7" fmla="*/ 58036 h 58036"/>
                    <a:gd name="csX8" fmla="*/ 0 w 28288"/>
                    <a:gd name="csY8" fmla="*/ 58036 h 58036"/>
                    <a:gd name="csX9" fmla="*/ 0 w 28288"/>
                    <a:gd name="csY9" fmla="*/ 791 h 580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28288" h="58036">
                      <a:moveTo>
                        <a:pt x="0" y="791"/>
                      </a:moveTo>
                      <a:lnTo>
                        <a:pt x="6477" y="791"/>
                      </a:lnTo>
                      <a:lnTo>
                        <a:pt x="6477" y="14221"/>
                      </a:lnTo>
                      <a:lnTo>
                        <a:pt x="6668" y="14221"/>
                      </a:lnTo>
                      <a:cubicBezTo>
                        <a:pt x="10192" y="4982"/>
                        <a:pt x="18002" y="-447"/>
                        <a:pt x="28289" y="29"/>
                      </a:cubicBezTo>
                      <a:lnTo>
                        <a:pt x="28289" y="6982"/>
                      </a:lnTo>
                      <a:cubicBezTo>
                        <a:pt x="15621" y="6315"/>
                        <a:pt x="6953" y="15650"/>
                        <a:pt x="6953" y="27556"/>
                      </a:cubicBezTo>
                      <a:lnTo>
                        <a:pt x="6953" y="58036"/>
                      </a:lnTo>
                      <a:lnTo>
                        <a:pt x="0" y="58036"/>
                      </a:lnTo>
                      <a:lnTo>
                        <a:pt x="0" y="79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2D791EBC-31F7-8D5B-EE6B-9A7738938B04}"/>
                    </a:ext>
                  </a:extLst>
                </p:cNvPr>
                <p:cNvSpPr/>
                <p:nvPr/>
              </p:nvSpPr>
              <p:spPr>
                <a:xfrm>
                  <a:off x="9593198" y="1513427"/>
                  <a:ext cx="53054" cy="60483"/>
                </a:xfrm>
                <a:custGeom>
                  <a:avLst/>
                  <a:gdLst>
                    <a:gd name="csX0" fmla="*/ 2572 w 53054"/>
                    <a:gd name="csY0" fmla="*/ 19241 h 60483"/>
                    <a:gd name="csX1" fmla="*/ 25718 w 53054"/>
                    <a:gd name="csY1" fmla="*/ 0 h 60483"/>
                    <a:gd name="csX2" fmla="*/ 46768 w 53054"/>
                    <a:gd name="csY2" fmla="*/ 18383 h 60483"/>
                    <a:gd name="csX3" fmla="*/ 46768 w 53054"/>
                    <a:gd name="csY3" fmla="*/ 48768 h 60483"/>
                    <a:gd name="csX4" fmla="*/ 50864 w 53054"/>
                    <a:gd name="csY4" fmla="*/ 52959 h 60483"/>
                    <a:gd name="csX5" fmla="*/ 53054 w 53054"/>
                    <a:gd name="csY5" fmla="*/ 52483 h 60483"/>
                    <a:gd name="csX6" fmla="*/ 53054 w 53054"/>
                    <a:gd name="csY6" fmla="*/ 58388 h 60483"/>
                    <a:gd name="csX7" fmla="*/ 48483 w 53054"/>
                    <a:gd name="csY7" fmla="*/ 58865 h 60483"/>
                    <a:gd name="csX8" fmla="*/ 40291 w 53054"/>
                    <a:gd name="csY8" fmla="*/ 48863 h 60483"/>
                    <a:gd name="csX9" fmla="*/ 40100 w 53054"/>
                    <a:gd name="csY9" fmla="*/ 48863 h 60483"/>
                    <a:gd name="csX10" fmla="*/ 19241 w 53054"/>
                    <a:gd name="csY10" fmla="*/ 60484 h 60483"/>
                    <a:gd name="csX11" fmla="*/ 0 w 53054"/>
                    <a:gd name="csY11" fmla="*/ 43720 h 60483"/>
                    <a:gd name="csX12" fmla="*/ 30766 w 53054"/>
                    <a:gd name="csY12" fmla="*/ 25336 h 60483"/>
                    <a:gd name="csX13" fmla="*/ 39720 w 53054"/>
                    <a:gd name="csY13" fmla="*/ 17526 h 60483"/>
                    <a:gd name="csX14" fmla="*/ 24765 w 53054"/>
                    <a:gd name="csY14" fmla="*/ 5810 h 60483"/>
                    <a:gd name="csX15" fmla="*/ 9430 w 53054"/>
                    <a:gd name="csY15" fmla="*/ 19145 h 60483"/>
                    <a:gd name="csX16" fmla="*/ 2477 w 53054"/>
                    <a:gd name="csY16" fmla="*/ 19145 h 60483"/>
                    <a:gd name="csX17" fmla="*/ 39910 w 53054"/>
                    <a:gd name="csY17" fmla="*/ 27718 h 60483"/>
                    <a:gd name="csX18" fmla="*/ 39720 w 53054"/>
                    <a:gd name="csY18" fmla="*/ 27718 h 60483"/>
                    <a:gd name="csX19" fmla="*/ 33814 w 53054"/>
                    <a:gd name="csY19" fmla="*/ 30290 h 60483"/>
                    <a:gd name="csX20" fmla="*/ 7144 w 53054"/>
                    <a:gd name="csY20" fmla="*/ 43529 h 60483"/>
                    <a:gd name="csX21" fmla="*/ 19908 w 53054"/>
                    <a:gd name="csY21" fmla="*/ 54864 h 60483"/>
                    <a:gd name="csX22" fmla="*/ 39910 w 53054"/>
                    <a:gd name="csY22" fmla="*/ 36862 h 60483"/>
                    <a:gd name="csX23" fmla="*/ 39910 w 53054"/>
                    <a:gd name="csY23" fmla="*/ 27718 h 604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53054" h="60483">
                      <a:moveTo>
                        <a:pt x="2572" y="19241"/>
                      </a:moveTo>
                      <a:cubicBezTo>
                        <a:pt x="3239" y="5810"/>
                        <a:pt x="12668" y="0"/>
                        <a:pt x="25718" y="0"/>
                      </a:cubicBezTo>
                      <a:cubicBezTo>
                        <a:pt x="35814" y="0"/>
                        <a:pt x="46768" y="3143"/>
                        <a:pt x="46768" y="18383"/>
                      </a:cubicBezTo>
                      <a:lnTo>
                        <a:pt x="46768" y="48768"/>
                      </a:lnTo>
                      <a:cubicBezTo>
                        <a:pt x="46768" y="51435"/>
                        <a:pt x="48102" y="52959"/>
                        <a:pt x="50864" y="52959"/>
                      </a:cubicBezTo>
                      <a:cubicBezTo>
                        <a:pt x="51626" y="52959"/>
                        <a:pt x="52483" y="52769"/>
                        <a:pt x="53054" y="52483"/>
                      </a:cubicBezTo>
                      <a:lnTo>
                        <a:pt x="53054" y="58388"/>
                      </a:lnTo>
                      <a:cubicBezTo>
                        <a:pt x="51531" y="58674"/>
                        <a:pt x="50388" y="58865"/>
                        <a:pt x="48483" y="58865"/>
                      </a:cubicBezTo>
                      <a:cubicBezTo>
                        <a:pt x="41339" y="58865"/>
                        <a:pt x="40291" y="54864"/>
                        <a:pt x="40291" y="48863"/>
                      </a:cubicBezTo>
                      <a:lnTo>
                        <a:pt x="40100" y="48863"/>
                      </a:lnTo>
                      <a:cubicBezTo>
                        <a:pt x="35243" y="56293"/>
                        <a:pt x="30195" y="60484"/>
                        <a:pt x="19241" y="60484"/>
                      </a:cubicBezTo>
                      <a:cubicBezTo>
                        <a:pt x="8287" y="60484"/>
                        <a:pt x="0" y="55245"/>
                        <a:pt x="0" y="43720"/>
                      </a:cubicBezTo>
                      <a:cubicBezTo>
                        <a:pt x="0" y="27623"/>
                        <a:pt x="15621" y="27051"/>
                        <a:pt x="30766" y="25336"/>
                      </a:cubicBezTo>
                      <a:cubicBezTo>
                        <a:pt x="36576" y="24670"/>
                        <a:pt x="39720" y="23908"/>
                        <a:pt x="39720" y="17526"/>
                      </a:cubicBezTo>
                      <a:cubicBezTo>
                        <a:pt x="39720" y="8096"/>
                        <a:pt x="32957" y="5810"/>
                        <a:pt x="24765" y="5810"/>
                      </a:cubicBezTo>
                      <a:cubicBezTo>
                        <a:pt x="16097" y="5810"/>
                        <a:pt x="9716" y="9811"/>
                        <a:pt x="9430" y="19145"/>
                      </a:cubicBezTo>
                      <a:lnTo>
                        <a:pt x="2477" y="19145"/>
                      </a:lnTo>
                      <a:close/>
                      <a:moveTo>
                        <a:pt x="39910" y="27718"/>
                      </a:moveTo>
                      <a:lnTo>
                        <a:pt x="39720" y="27718"/>
                      </a:lnTo>
                      <a:cubicBezTo>
                        <a:pt x="38862" y="29337"/>
                        <a:pt x="35719" y="29908"/>
                        <a:pt x="33814" y="30290"/>
                      </a:cubicBezTo>
                      <a:cubicBezTo>
                        <a:pt x="21908" y="32385"/>
                        <a:pt x="7144" y="32290"/>
                        <a:pt x="7144" y="43529"/>
                      </a:cubicBezTo>
                      <a:cubicBezTo>
                        <a:pt x="7144" y="50483"/>
                        <a:pt x="13335" y="54864"/>
                        <a:pt x="19908" y="54864"/>
                      </a:cubicBezTo>
                      <a:cubicBezTo>
                        <a:pt x="30575" y="54864"/>
                        <a:pt x="40005" y="48101"/>
                        <a:pt x="39910" y="36862"/>
                      </a:cubicBezTo>
                      <a:lnTo>
                        <a:pt x="39910" y="2771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7FB7AFE9-F931-C8BB-B84E-3B4CF9860259}"/>
                    </a:ext>
                  </a:extLst>
                </p:cNvPr>
                <p:cNvSpPr/>
                <p:nvPr/>
              </p:nvSpPr>
              <p:spPr>
                <a:xfrm>
                  <a:off x="9648158" y="1497901"/>
                  <a:ext cx="28575" cy="75152"/>
                </a:xfrm>
                <a:custGeom>
                  <a:avLst/>
                  <a:gdLst>
                    <a:gd name="csX0" fmla="*/ 16955 w 28575"/>
                    <a:gd name="csY0" fmla="*/ 17240 h 75152"/>
                    <a:gd name="csX1" fmla="*/ 28575 w 28575"/>
                    <a:gd name="csY1" fmla="*/ 17240 h 75152"/>
                    <a:gd name="csX2" fmla="*/ 28575 w 28575"/>
                    <a:gd name="csY2" fmla="*/ 23146 h 75152"/>
                    <a:gd name="csX3" fmla="*/ 16955 w 28575"/>
                    <a:gd name="csY3" fmla="*/ 23146 h 75152"/>
                    <a:gd name="csX4" fmla="*/ 16955 w 28575"/>
                    <a:gd name="csY4" fmla="*/ 61722 h 75152"/>
                    <a:gd name="csX5" fmla="*/ 22574 w 28575"/>
                    <a:gd name="csY5" fmla="*/ 69247 h 75152"/>
                    <a:gd name="csX6" fmla="*/ 28575 w 28575"/>
                    <a:gd name="csY6" fmla="*/ 68961 h 75152"/>
                    <a:gd name="csX7" fmla="*/ 28575 w 28575"/>
                    <a:gd name="csY7" fmla="*/ 74962 h 75152"/>
                    <a:gd name="csX8" fmla="*/ 22384 w 28575"/>
                    <a:gd name="csY8" fmla="*/ 75152 h 75152"/>
                    <a:gd name="csX9" fmla="*/ 10001 w 28575"/>
                    <a:gd name="csY9" fmla="*/ 62294 h 75152"/>
                    <a:gd name="csX10" fmla="*/ 10001 w 28575"/>
                    <a:gd name="csY10" fmla="*/ 23146 h 75152"/>
                    <a:gd name="csX11" fmla="*/ 0 w 28575"/>
                    <a:gd name="csY11" fmla="*/ 23146 h 75152"/>
                    <a:gd name="csX12" fmla="*/ 0 w 28575"/>
                    <a:gd name="csY12" fmla="*/ 17240 h 75152"/>
                    <a:gd name="csX13" fmla="*/ 10001 w 28575"/>
                    <a:gd name="csY13" fmla="*/ 17240 h 75152"/>
                    <a:gd name="csX14" fmla="*/ 10001 w 28575"/>
                    <a:gd name="csY14" fmla="*/ 0 h 75152"/>
                    <a:gd name="csX15" fmla="*/ 16955 w 28575"/>
                    <a:gd name="csY15" fmla="*/ 0 h 75152"/>
                    <a:gd name="csX16" fmla="*/ 16955 w 28575"/>
                    <a:gd name="csY16" fmla="*/ 17240 h 751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8575" h="75152">
                      <a:moveTo>
                        <a:pt x="16955" y="17240"/>
                      </a:moveTo>
                      <a:lnTo>
                        <a:pt x="28575" y="17240"/>
                      </a:lnTo>
                      <a:lnTo>
                        <a:pt x="28575" y="23146"/>
                      </a:lnTo>
                      <a:lnTo>
                        <a:pt x="16955" y="23146"/>
                      </a:lnTo>
                      <a:lnTo>
                        <a:pt x="16955" y="61722"/>
                      </a:lnTo>
                      <a:cubicBezTo>
                        <a:pt x="16955" y="66294"/>
                        <a:pt x="17622" y="68961"/>
                        <a:pt x="22574" y="69247"/>
                      </a:cubicBezTo>
                      <a:cubicBezTo>
                        <a:pt x="24575" y="69247"/>
                        <a:pt x="26575" y="69151"/>
                        <a:pt x="28575" y="68961"/>
                      </a:cubicBezTo>
                      <a:lnTo>
                        <a:pt x="28575" y="74962"/>
                      </a:lnTo>
                      <a:cubicBezTo>
                        <a:pt x="26480" y="74962"/>
                        <a:pt x="24479" y="75152"/>
                        <a:pt x="22384" y="75152"/>
                      </a:cubicBezTo>
                      <a:cubicBezTo>
                        <a:pt x="13049" y="75152"/>
                        <a:pt x="9811" y="72009"/>
                        <a:pt x="10001" y="62294"/>
                      </a:cubicBezTo>
                      <a:lnTo>
                        <a:pt x="10001" y="23146"/>
                      </a:lnTo>
                      <a:lnTo>
                        <a:pt x="0" y="23146"/>
                      </a:lnTo>
                      <a:lnTo>
                        <a:pt x="0" y="17240"/>
                      </a:lnTo>
                      <a:lnTo>
                        <a:pt x="10001" y="17240"/>
                      </a:lnTo>
                      <a:lnTo>
                        <a:pt x="10001" y="0"/>
                      </a:lnTo>
                      <a:lnTo>
                        <a:pt x="16955" y="0"/>
                      </a:lnTo>
                      <a:lnTo>
                        <a:pt x="16955" y="1724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DBEA27BB-06A8-1ADB-5D68-8A3A637153C9}"/>
                    </a:ext>
                  </a:extLst>
                </p:cNvPr>
                <p:cNvSpPr/>
                <p:nvPr/>
              </p:nvSpPr>
              <p:spPr>
                <a:xfrm>
                  <a:off x="9684067" y="1513522"/>
                  <a:ext cx="50988" cy="60579"/>
                </a:xfrm>
                <a:custGeom>
                  <a:avLst/>
                  <a:gdLst>
                    <a:gd name="csX0" fmla="*/ 6953 w 50988"/>
                    <a:gd name="csY0" fmla="*/ 32194 h 60579"/>
                    <a:gd name="csX1" fmla="*/ 25812 w 50988"/>
                    <a:gd name="csY1" fmla="*/ 54673 h 60579"/>
                    <a:gd name="csX2" fmla="*/ 43815 w 50988"/>
                    <a:gd name="csY2" fmla="*/ 40005 h 60579"/>
                    <a:gd name="csX3" fmla="*/ 50768 w 50988"/>
                    <a:gd name="csY3" fmla="*/ 40005 h 60579"/>
                    <a:gd name="csX4" fmla="*/ 25812 w 50988"/>
                    <a:gd name="csY4" fmla="*/ 60579 h 60579"/>
                    <a:gd name="csX5" fmla="*/ 0 w 50988"/>
                    <a:gd name="csY5" fmla="*/ 30290 h 60579"/>
                    <a:gd name="csX6" fmla="*/ 25812 w 50988"/>
                    <a:gd name="csY6" fmla="*/ 0 h 60579"/>
                    <a:gd name="csX7" fmla="*/ 50959 w 50988"/>
                    <a:gd name="csY7" fmla="*/ 32194 h 60579"/>
                    <a:gd name="csX8" fmla="*/ 6953 w 50988"/>
                    <a:gd name="csY8" fmla="*/ 32194 h 60579"/>
                    <a:gd name="csX9" fmla="*/ 44005 w 50988"/>
                    <a:gd name="csY9" fmla="*/ 26289 h 60579"/>
                    <a:gd name="csX10" fmla="*/ 25812 w 50988"/>
                    <a:gd name="csY10" fmla="*/ 5905 h 60579"/>
                    <a:gd name="csX11" fmla="*/ 6953 w 50988"/>
                    <a:gd name="csY11" fmla="*/ 26289 h 60579"/>
                    <a:gd name="csX12" fmla="*/ 44005 w 50988"/>
                    <a:gd name="csY12" fmla="*/ 26289 h 605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0988" h="60579">
                      <a:moveTo>
                        <a:pt x="6953" y="32194"/>
                      </a:moveTo>
                      <a:cubicBezTo>
                        <a:pt x="7048" y="42386"/>
                        <a:pt x="12382" y="54673"/>
                        <a:pt x="25812" y="54673"/>
                      </a:cubicBezTo>
                      <a:cubicBezTo>
                        <a:pt x="36004" y="54673"/>
                        <a:pt x="41529" y="48673"/>
                        <a:pt x="43815" y="40005"/>
                      </a:cubicBezTo>
                      <a:lnTo>
                        <a:pt x="50768" y="40005"/>
                      </a:lnTo>
                      <a:cubicBezTo>
                        <a:pt x="47815" y="52959"/>
                        <a:pt x="40195" y="60579"/>
                        <a:pt x="25812" y="60579"/>
                      </a:cubicBezTo>
                      <a:cubicBezTo>
                        <a:pt x="7620" y="60579"/>
                        <a:pt x="0" y="46577"/>
                        <a:pt x="0" y="30290"/>
                      </a:cubicBezTo>
                      <a:cubicBezTo>
                        <a:pt x="0" y="15240"/>
                        <a:pt x="7620" y="0"/>
                        <a:pt x="25812" y="0"/>
                      </a:cubicBezTo>
                      <a:cubicBezTo>
                        <a:pt x="44005" y="0"/>
                        <a:pt x="51530" y="16097"/>
                        <a:pt x="50959" y="32194"/>
                      </a:cubicBezTo>
                      <a:lnTo>
                        <a:pt x="6953" y="32194"/>
                      </a:lnTo>
                      <a:close/>
                      <a:moveTo>
                        <a:pt x="44005" y="26289"/>
                      </a:moveTo>
                      <a:cubicBezTo>
                        <a:pt x="43719" y="15716"/>
                        <a:pt x="37147" y="5905"/>
                        <a:pt x="25812" y="5905"/>
                      </a:cubicBezTo>
                      <a:cubicBezTo>
                        <a:pt x="14478" y="5905"/>
                        <a:pt x="8096" y="15907"/>
                        <a:pt x="6953" y="26289"/>
                      </a:cubicBezTo>
                      <a:lnTo>
                        <a:pt x="44005" y="2628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0461A1C0-60CA-A3B1-0094-E1D5A3D0A5DB}"/>
                    </a:ext>
                  </a:extLst>
                </p:cNvPr>
                <p:cNvSpPr/>
                <p:nvPr/>
              </p:nvSpPr>
              <p:spPr>
                <a:xfrm>
                  <a:off x="9748551" y="1560671"/>
                  <a:ext cx="9334" cy="11715"/>
                </a:xfrm>
                <a:custGeom>
                  <a:avLst/>
                  <a:gdLst>
                    <a:gd name="csX0" fmla="*/ 0 w 9334"/>
                    <a:gd name="csY0" fmla="*/ 11716 h 11715"/>
                    <a:gd name="csX1" fmla="*/ 0 w 9334"/>
                    <a:gd name="csY1" fmla="*/ 0 h 11715"/>
                    <a:gd name="csX2" fmla="*/ 9335 w 9334"/>
                    <a:gd name="csY2" fmla="*/ 0 h 11715"/>
                    <a:gd name="csX3" fmla="*/ 9335 w 9334"/>
                    <a:gd name="csY3" fmla="*/ 11716 h 11715"/>
                    <a:gd name="csX4" fmla="*/ 0 w 9334"/>
                    <a:gd name="csY4" fmla="*/ 11716 h 11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334" h="11715">
                      <a:moveTo>
                        <a:pt x="0" y="11716"/>
                      </a:moveTo>
                      <a:lnTo>
                        <a:pt x="0" y="0"/>
                      </a:lnTo>
                      <a:lnTo>
                        <a:pt x="9335" y="0"/>
                      </a:lnTo>
                      <a:lnTo>
                        <a:pt x="9335" y="11716"/>
                      </a:lnTo>
                      <a:lnTo>
                        <a:pt x="0" y="1171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15" name="Graphic 2">
              <a:extLst>
                <a:ext uri="{FF2B5EF4-FFF2-40B4-BE49-F238E27FC236}">
                  <a16:creationId xmlns:a16="http://schemas.microsoft.com/office/drawing/2014/main" id="{852A0055-5BC1-A26D-5B7F-EABD5AD7C7C9}"/>
                </a:ext>
              </a:extLst>
            </p:cNvPr>
            <p:cNvGrpSpPr/>
            <p:nvPr/>
          </p:nvGrpSpPr>
          <p:grpSpPr>
            <a:xfrm>
              <a:off x="6031035" y="1122477"/>
              <a:ext cx="1635382" cy="521616"/>
              <a:chOff x="2428875" y="4366631"/>
              <a:chExt cx="4855752" cy="1548774"/>
            </a:xfrm>
          </p:grpSpPr>
          <p:grpSp>
            <p:nvGrpSpPr>
              <p:cNvPr id="17" name="Graphic 2">
                <a:extLst>
                  <a:ext uri="{FF2B5EF4-FFF2-40B4-BE49-F238E27FC236}">
                    <a16:creationId xmlns:a16="http://schemas.microsoft.com/office/drawing/2014/main" id="{3D9A9C5B-BE8C-BC56-EB9A-2514C4D2B8CD}"/>
                  </a:ext>
                </a:extLst>
              </p:cNvPr>
              <p:cNvGrpSpPr/>
              <p:nvPr/>
            </p:nvGrpSpPr>
            <p:grpSpPr>
              <a:xfrm>
                <a:off x="2428875" y="5616797"/>
                <a:ext cx="4620482" cy="298608"/>
                <a:chOff x="2428875" y="5616797"/>
                <a:chExt cx="4620482" cy="298608"/>
              </a:xfrm>
              <a:solidFill>
                <a:srgbClr val="5B5D5E"/>
              </a:solidFill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3262428-9EB5-581B-F6A1-8D9419F0E476}"/>
                    </a:ext>
                  </a:extLst>
                </p:cNvPr>
                <p:cNvSpPr/>
                <p:nvPr/>
              </p:nvSpPr>
              <p:spPr>
                <a:xfrm>
                  <a:off x="2428875" y="5636418"/>
                  <a:ext cx="137921" cy="203644"/>
                </a:xfrm>
                <a:custGeom>
                  <a:avLst/>
                  <a:gdLst>
                    <a:gd name="csX0" fmla="*/ 137922 w 137921"/>
                    <a:gd name="csY0" fmla="*/ 0 h 203644"/>
                    <a:gd name="csX1" fmla="*/ 137922 w 137921"/>
                    <a:gd name="csY1" fmla="*/ 21622 h 203644"/>
                    <a:gd name="csX2" fmla="*/ 82391 w 137921"/>
                    <a:gd name="csY2" fmla="*/ 21622 h 203644"/>
                    <a:gd name="csX3" fmla="*/ 82391 w 137921"/>
                    <a:gd name="csY3" fmla="*/ 203645 h 203644"/>
                    <a:gd name="csX4" fmla="*/ 55817 w 137921"/>
                    <a:gd name="csY4" fmla="*/ 203645 h 203644"/>
                    <a:gd name="csX5" fmla="*/ 55817 w 137921"/>
                    <a:gd name="csY5" fmla="*/ 21622 h 203644"/>
                    <a:gd name="csX6" fmla="*/ 0 w 137921"/>
                    <a:gd name="csY6" fmla="*/ 21622 h 203644"/>
                    <a:gd name="csX7" fmla="*/ 0 w 137921"/>
                    <a:gd name="csY7" fmla="*/ 0 h 203644"/>
                    <a:gd name="csX8" fmla="*/ 137922 w 137921"/>
                    <a:gd name="csY8" fmla="*/ 0 h 2036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37921" h="203644">
                      <a:moveTo>
                        <a:pt x="137922" y="0"/>
                      </a:moveTo>
                      <a:lnTo>
                        <a:pt x="137922" y="21622"/>
                      </a:lnTo>
                      <a:lnTo>
                        <a:pt x="82391" y="21622"/>
                      </a:lnTo>
                      <a:lnTo>
                        <a:pt x="82391" y="203645"/>
                      </a:lnTo>
                      <a:lnTo>
                        <a:pt x="55817" y="203645"/>
                      </a:lnTo>
                      <a:lnTo>
                        <a:pt x="55817" y="21622"/>
                      </a:lnTo>
                      <a:lnTo>
                        <a:pt x="0" y="21622"/>
                      </a:lnTo>
                      <a:lnTo>
                        <a:pt x="0" y="0"/>
                      </a:lnTo>
                      <a:lnTo>
                        <a:pt x="137922" y="0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C88C2AD-CBDC-8E43-28D9-52C39C5006B8}"/>
                    </a:ext>
                  </a:extLst>
                </p:cNvPr>
                <p:cNvSpPr/>
                <p:nvPr/>
              </p:nvSpPr>
              <p:spPr>
                <a:xfrm>
                  <a:off x="2599467" y="5623941"/>
                  <a:ext cx="143446" cy="216217"/>
                </a:xfrm>
                <a:custGeom>
                  <a:avLst/>
                  <a:gdLst>
                    <a:gd name="csX0" fmla="*/ 112205 w 143446"/>
                    <a:gd name="csY0" fmla="*/ 60770 h 216217"/>
                    <a:gd name="csX1" fmla="*/ 135160 w 143446"/>
                    <a:gd name="csY1" fmla="*/ 84011 h 216217"/>
                    <a:gd name="csX2" fmla="*/ 143447 w 143446"/>
                    <a:gd name="csY2" fmla="*/ 121729 h 216217"/>
                    <a:gd name="csX3" fmla="*/ 143447 w 143446"/>
                    <a:gd name="csY3" fmla="*/ 216122 h 216217"/>
                    <a:gd name="csX4" fmla="*/ 117157 w 143446"/>
                    <a:gd name="csY4" fmla="*/ 216122 h 216217"/>
                    <a:gd name="csX5" fmla="*/ 117157 w 143446"/>
                    <a:gd name="csY5" fmla="*/ 125539 h 216217"/>
                    <a:gd name="csX6" fmla="*/ 105156 w 143446"/>
                    <a:gd name="csY6" fmla="*/ 88868 h 216217"/>
                    <a:gd name="csX7" fmla="*/ 72390 w 143446"/>
                    <a:gd name="csY7" fmla="*/ 76200 h 216217"/>
                    <a:gd name="csX8" fmla="*/ 38957 w 143446"/>
                    <a:gd name="csY8" fmla="*/ 89345 h 216217"/>
                    <a:gd name="csX9" fmla="*/ 26575 w 143446"/>
                    <a:gd name="csY9" fmla="*/ 127635 h 216217"/>
                    <a:gd name="csX10" fmla="*/ 26575 w 143446"/>
                    <a:gd name="csY10" fmla="*/ 216218 h 216217"/>
                    <a:gd name="csX11" fmla="*/ 0 w 143446"/>
                    <a:gd name="csY11" fmla="*/ 216218 h 216217"/>
                    <a:gd name="csX12" fmla="*/ 0 w 143446"/>
                    <a:gd name="csY12" fmla="*/ 0 h 216217"/>
                    <a:gd name="csX13" fmla="*/ 26575 w 143446"/>
                    <a:gd name="csY13" fmla="*/ 0 h 216217"/>
                    <a:gd name="csX14" fmla="*/ 26575 w 143446"/>
                    <a:gd name="csY14" fmla="*/ 78867 h 216217"/>
                    <a:gd name="csX15" fmla="*/ 48387 w 143446"/>
                    <a:gd name="csY15" fmla="*/ 59912 h 216217"/>
                    <a:gd name="csX16" fmla="*/ 79534 w 143446"/>
                    <a:gd name="csY16" fmla="*/ 53245 h 216217"/>
                    <a:gd name="csX17" fmla="*/ 112300 w 143446"/>
                    <a:gd name="csY17" fmla="*/ 60960 h 2162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43446" h="216217">
                      <a:moveTo>
                        <a:pt x="112205" y="60770"/>
                      </a:moveTo>
                      <a:cubicBezTo>
                        <a:pt x="121920" y="65913"/>
                        <a:pt x="129635" y="73723"/>
                        <a:pt x="135160" y="84011"/>
                      </a:cubicBezTo>
                      <a:cubicBezTo>
                        <a:pt x="140684" y="94297"/>
                        <a:pt x="143447" y="106871"/>
                        <a:pt x="143447" y="121729"/>
                      </a:cubicBezTo>
                      <a:lnTo>
                        <a:pt x="143447" y="216122"/>
                      </a:lnTo>
                      <a:lnTo>
                        <a:pt x="117157" y="216122"/>
                      </a:lnTo>
                      <a:lnTo>
                        <a:pt x="117157" y="125539"/>
                      </a:lnTo>
                      <a:cubicBezTo>
                        <a:pt x="117157" y="109538"/>
                        <a:pt x="113157" y="97346"/>
                        <a:pt x="105156" y="88868"/>
                      </a:cubicBezTo>
                      <a:cubicBezTo>
                        <a:pt x="97155" y="80391"/>
                        <a:pt x="86296" y="76200"/>
                        <a:pt x="72390" y="76200"/>
                      </a:cubicBezTo>
                      <a:cubicBezTo>
                        <a:pt x="58483" y="76200"/>
                        <a:pt x="47244" y="80581"/>
                        <a:pt x="38957" y="89345"/>
                      </a:cubicBezTo>
                      <a:cubicBezTo>
                        <a:pt x="30670" y="98107"/>
                        <a:pt x="26575" y="110871"/>
                        <a:pt x="26575" y="127635"/>
                      </a:cubicBezTo>
                      <a:lnTo>
                        <a:pt x="26575" y="216218"/>
                      </a:lnTo>
                      <a:lnTo>
                        <a:pt x="0" y="216218"/>
                      </a:lnTo>
                      <a:lnTo>
                        <a:pt x="0" y="0"/>
                      </a:lnTo>
                      <a:lnTo>
                        <a:pt x="26575" y="0"/>
                      </a:lnTo>
                      <a:lnTo>
                        <a:pt x="26575" y="78867"/>
                      </a:lnTo>
                      <a:cubicBezTo>
                        <a:pt x="31814" y="70675"/>
                        <a:pt x="39053" y="64389"/>
                        <a:pt x="48387" y="59912"/>
                      </a:cubicBezTo>
                      <a:cubicBezTo>
                        <a:pt x="57626" y="55436"/>
                        <a:pt x="68008" y="53245"/>
                        <a:pt x="79534" y="53245"/>
                      </a:cubicBezTo>
                      <a:cubicBezTo>
                        <a:pt x="91631" y="53245"/>
                        <a:pt x="102489" y="55816"/>
                        <a:pt x="112300" y="60960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8B0CE47-BC0A-A9CA-EE88-6C5C0522C2C0}"/>
                    </a:ext>
                  </a:extLst>
                </p:cNvPr>
                <p:cNvSpPr/>
                <p:nvPr/>
              </p:nvSpPr>
              <p:spPr>
                <a:xfrm>
                  <a:off x="2776537" y="5677281"/>
                  <a:ext cx="156019" cy="165354"/>
                </a:xfrm>
                <a:custGeom>
                  <a:avLst/>
                  <a:gdLst>
                    <a:gd name="csX0" fmla="*/ 155162 w 156019"/>
                    <a:gd name="csY0" fmla="*/ 92583 h 165354"/>
                    <a:gd name="csX1" fmla="*/ 27146 w 156019"/>
                    <a:gd name="csY1" fmla="*/ 92583 h 165354"/>
                    <a:gd name="csX2" fmla="*/ 43339 w 156019"/>
                    <a:gd name="csY2" fmla="*/ 129540 h 165354"/>
                    <a:gd name="csX3" fmla="*/ 79153 w 156019"/>
                    <a:gd name="csY3" fmla="*/ 142875 h 165354"/>
                    <a:gd name="csX4" fmla="*/ 107918 w 156019"/>
                    <a:gd name="csY4" fmla="*/ 134779 h 165354"/>
                    <a:gd name="csX5" fmla="*/ 124111 w 156019"/>
                    <a:gd name="csY5" fmla="*/ 113347 h 165354"/>
                    <a:gd name="csX6" fmla="*/ 152781 w 156019"/>
                    <a:gd name="csY6" fmla="*/ 113347 h 165354"/>
                    <a:gd name="csX7" fmla="*/ 127064 w 156019"/>
                    <a:gd name="csY7" fmla="*/ 150876 h 165354"/>
                    <a:gd name="csX8" fmla="*/ 79153 w 156019"/>
                    <a:gd name="csY8" fmla="*/ 165354 h 165354"/>
                    <a:gd name="csX9" fmla="*/ 38386 w 156019"/>
                    <a:gd name="csY9" fmla="*/ 155162 h 165354"/>
                    <a:gd name="csX10" fmla="*/ 10192 w 156019"/>
                    <a:gd name="csY10" fmla="*/ 126111 h 165354"/>
                    <a:gd name="csX11" fmla="*/ 0 w 156019"/>
                    <a:gd name="csY11" fmla="*/ 82391 h 165354"/>
                    <a:gd name="csX12" fmla="*/ 9906 w 156019"/>
                    <a:gd name="csY12" fmla="*/ 38862 h 165354"/>
                    <a:gd name="csX13" fmla="*/ 37814 w 156019"/>
                    <a:gd name="csY13" fmla="*/ 10096 h 165354"/>
                    <a:gd name="csX14" fmla="*/ 79153 w 156019"/>
                    <a:gd name="csY14" fmla="*/ 0 h 165354"/>
                    <a:gd name="csX15" fmla="*/ 119444 w 156019"/>
                    <a:gd name="csY15" fmla="*/ 9906 h 165354"/>
                    <a:gd name="csX16" fmla="*/ 146495 w 156019"/>
                    <a:gd name="csY16" fmla="*/ 37243 h 165354"/>
                    <a:gd name="csX17" fmla="*/ 156020 w 156019"/>
                    <a:gd name="csY17" fmla="*/ 76581 h 165354"/>
                    <a:gd name="csX18" fmla="*/ 155162 w 156019"/>
                    <a:gd name="csY18" fmla="*/ 92678 h 165354"/>
                    <a:gd name="csX19" fmla="*/ 121920 w 156019"/>
                    <a:gd name="csY19" fmla="*/ 44863 h 165354"/>
                    <a:gd name="csX20" fmla="*/ 103632 w 156019"/>
                    <a:gd name="csY20" fmla="*/ 28194 h 165354"/>
                    <a:gd name="csX21" fmla="*/ 78105 w 156019"/>
                    <a:gd name="csY21" fmla="*/ 22479 h 165354"/>
                    <a:gd name="csX22" fmla="*/ 43720 w 156019"/>
                    <a:gd name="csY22" fmla="*/ 35338 h 165354"/>
                    <a:gd name="csX23" fmla="*/ 27527 w 156019"/>
                    <a:gd name="csY23" fmla="*/ 70961 h 165354"/>
                    <a:gd name="csX24" fmla="*/ 128588 w 156019"/>
                    <a:gd name="csY24" fmla="*/ 70961 h 165354"/>
                    <a:gd name="csX25" fmla="*/ 121825 w 156019"/>
                    <a:gd name="csY25" fmla="*/ 44863 h 1653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56019" h="165354">
                      <a:moveTo>
                        <a:pt x="155162" y="92583"/>
                      </a:moveTo>
                      <a:lnTo>
                        <a:pt x="27146" y="92583"/>
                      </a:lnTo>
                      <a:cubicBezTo>
                        <a:pt x="28099" y="108395"/>
                        <a:pt x="33528" y="120682"/>
                        <a:pt x="43339" y="129540"/>
                      </a:cubicBezTo>
                      <a:cubicBezTo>
                        <a:pt x="53150" y="138398"/>
                        <a:pt x="65151" y="142875"/>
                        <a:pt x="79153" y="142875"/>
                      </a:cubicBezTo>
                      <a:cubicBezTo>
                        <a:pt x="90678" y="142875"/>
                        <a:pt x="100203" y="140208"/>
                        <a:pt x="107918" y="134779"/>
                      </a:cubicBezTo>
                      <a:cubicBezTo>
                        <a:pt x="115633" y="129445"/>
                        <a:pt x="121063" y="122301"/>
                        <a:pt x="124111" y="113347"/>
                      </a:cubicBezTo>
                      <a:lnTo>
                        <a:pt x="152781" y="113347"/>
                      </a:lnTo>
                      <a:cubicBezTo>
                        <a:pt x="148495" y="128683"/>
                        <a:pt x="139922" y="141256"/>
                        <a:pt x="127064" y="150876"/>
                      </a:cubicBezTo>
                      <a:cubicBezTo>
                        <a:pt x="114205" y="160496"/>
                        <a:pt x="98203" y="165354"/>
                        <a:pt x="79153" y="165354"/>
                      </a:cubicBezTo>
                      <a:cubicBezTo>
                        <a:pt x="63913" y="165354"/>
                        <a:pt x="50387" y="161925"/>
                        <a:pt x="38386" y="155162"/>
                      </a:cubicBezTo>
                      <a:cubicBezTo>
                        <a:pt x="26384" y="148304"/>
                        <a:pt x="16954" y="138684"/>
                        <a:pt x="10192" y="126111"/>
                      </a:cubicBezTo>
                      <a:cubicBezTo>
                        <a:pt x="3334" y="113538"/>
                        <a:pt x="0" y="98965"/>
                        <a:pt x="0" y="82391"/>
                      </a:cubicBezTo>
                      <a:cubicBezTo>
                        <a:pt x="0" y="65818"/>
                        <a:pt x="3334" y="51340"/>
                        <a:pt x="9906" y="38862"/>
                      </a:cubicBezTo>
                      <a:cubicBezTo>
                        <a:pt x="16574" y="26384"/>
                        <a:pt x="25813" y="16859"/>
                        <a:pt x="37814" y="10096"/>
                      </a:cubicBezTo>
                      <a:cubicBezTo>
                        <a:pt x="49816" y="3334"/>
                        <a:pt x="63532" y="0"/>
                        <a:pt x="79153" y="0"/>
                      </a:cubicBezTo>
                      <a:cubicBezTo>
                        <a:pt x="94774" y="0"/>
                        <a:pt x="107823" y="3334"/>
                        <a:pt x="119444" y="9906"/>
                      </a:cubicBezTo>
                      <a:cubicBezTo>
                        <a:pt x="131064" y="16478"/>
                        <a:pt x="140113" y="25622"/>
                        <a:pt x="146495" y="37243"/>
                      </a:cubicBezTo>
                      <a:cubicBezTo>
                        <a:pt x="152781" y="48863"/>
                        <a:pt x="156020" y="61913"/>
                        <a:pt x="156020" y="76581"/>
                      </a:cubicBezTo>
                      <a:cubicBezTo>
                        <a:pt x="156020" y="81629"/>
                        <a:pt x="155734" y="87058"/>
                        <a:pt x="155162" y="92678"/>
                      </a:cubicBezTo>
                      <a:close/>
                      <a:moveTo>
                        <a:pt x="121920" y="44863"/>
                      </a:moveTo>
                      <a:cubicBezTo>
                        <a:pt x="117443" y="37529"/>
                        <a:pt x="111347" y="32004"/>
                        <a:pt x="103632" y="28194"/>
                      </a:cubicBezTo>
                      <a:cubicBezTo>
                        <a:pt x="95917" y="24384"/>
                        <a:pt x="87440" y="22479"/>
                        <a:pt x="78105" y="22479"/>
                      </a:cubicBezTo>
                      <a:cubicBezTo>
                        <a:pt x="64675" y="22479"/>
                        <a:pt x="53245" y="26765"/>
                        <a:pt x="43720" y="35338"/>
                      </a:cubicBezTo>
                      <a:cubicBezTo>
                        <a:pt x="34290" y="43910"/>
                        <a:pt x="28861" y="55816"/>
                        <a:pt x="27527" y="70961"/>
                      </a:cubicBezTo>
                      <a:lnTo>
                        <a:pt x="128588" y="70961"/>
                      </a:lnTo>
                      <a:cubicBezTo>
                        <a:pt x="128588" y="60865"/>
                        <a:pt x="126397" y="52102"/>
                        <a:pt x="121825" y="44863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4B13A43-2B63-BBF8-607A-0CBEA794FB7E}"/>
                    </a:ext>
                  </a:extLst>
                </p:cNvPr>
                <p:cNvSpPr/>
                <p:nvPr/>
              </p:nvSpPr>
              <p:spPr>
                <a:xfrm>
                  <a:off x="3045809" y="5636418"/>
                  <a:ext cx="139160" cy="203739"/>
                </a:xfrm>
                <a:custGeom>
                  <a:avLst/>
                  <a:gdLst>
                    <a:gd name="csX0" fmla="*/ 107156 w 139160"/>
                    <a:gd name="csY0" fmla="*/ 203645 h 203739"/>
                    <a:gd name="csX1" fmla="*/ 58674 w 139160"/>
                    <a:gd name="csY1" fmla="*/ 120396 h 203739"/>
                    <a:gd name="csX2" fmla="*/ 26575 w 139160"/>
                    <a:gd name="csY2" fmla="*/ 120396 h 203739"/>
                    <a:gd name="csX3" fmla="*/ 26575 w 139160"/>
                    <a:gd name="csY3" fmla="*/ 203645 h 203739"/>
                    <a:gd name="csX4" fmla="*/ 0 w 139160"/>
                    <a:gd name="csY4" fmla="*/ 203645 h 203739"/>
                    <a:gd name="csX5" fmla="*/ 0 w 139160"/>
                    <a:gd name="csY5" fmla="*/ 0 h 203739"/>
                    <a:gd name="csX6" fmla="*/ 65723 w 139160"/>
                    <a:gd name="csY6" fmla="*/ 0 h 203739"/>
                    <a:gd name="csX7" fmla="*/ 104775 w 139160"/>
                    <a:gd name="csY7" fmla="*/ 7906 h 203739"/>
                    <a:gd name="csX8" fmla="*/ 128588 w 139160"/>
                    <a:gd name="csY8" fmla="*/ 29242 h 203739"/>
                    <a:gd name="csX9" fmla="*/ 136493 w 139160"/>
                    <a:gd name="csY9" fmla="*/ 59912 h 203739"/>
                    <a:gd name="csX10" fmla="*/ 124397 w 139160"/>
                    <a:gd name="csY10" fmla="*/ 97060 h 203739"/>
                    <a:gd name="csX11" fmla="*/ 88011 w 139160"/>
                    <a:gd name="csY11" fmla="*/ 118396 h 203739"/>
                    <a:gd name="csX12" fmla="*/ 139160 w 139160"/>
                    <a:gd name="csY12" fmla="*/ 203740 h 203739"/>
                    <a:gd name="csX13" fmla="*/ 107347 w 139160"/>
                    <a:gd name="csY13" fmla="*/ 203740 h 203739"/>
                    <a:gd name="csX14" fmla="*/ 26480 w 139160"/>
                    <a:gd name="csY14" fmla="*/ 98965 h 203739"/>
                    <a:gd name="csX15" fmla="*/ 65627 w 139160"/>
                    <a:gd name="csY15" fmla="*/ 98965 h 203739"/>
                    <a:gd name="csX16" fmla="*/ 98108 w 139160"/>
                    <a:gd name="csY16" fmla="*/ 88297 h 203739"/>
                    <a:gd name="csX17" fmla="*/ 108871 w 139160"/>
                    <a:gd name="csY17" fmla="*/ 59817 h 203739"/>
                    <a:gd name="csX18" fmla="*/ 98203 w 139160"/>
                    <a:gd name="csY18" fmla="*/ 31718 h 203739"/>
                    <a:gd name="csX19" fmla="*/ 65627 w 139160"/>
                    <a:gd name="csY19" fmla="*/ 21812 h 203739"/>
                    <a:gd name="csX20" fmla="*/ 26480 w 139160"/>
                    <a:gd name="csY20" fmla="*/ 21812 h 203739"/>
                    <a:gd name="csX21" fmla="*/ 26480 w 139160"/>
                    <a:gd name="csY21" fmla="*/ 98965 h 2037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139160" h="203739">
                      <a:moveTo>
                        <a:pt x="107156" y="203645"/>
                      </a:moveTo>
                      <a:lnTo>
                        <a:pt x="58674" y="120396"/>
                      </a:lnTo>
                      <a:lnTo>
                        <a:pt x="26575" y="120396"/>
                      </a:lnTo>
                      <a:lnTo>
                        <a:pt x="26575" y="203645"/>
                      </a:lnTo>
                      <a:lnTo>
                        <a:pt x="0" y="203645"/>
                      </a:lnTo>
                      <a:lnTo>
                        <a:pt x="0" y="0"/>
                      </a:lnTo>
                      <a:lnTo>
                        <a:pt x="65723" y="0"/>
                      </a:lnTo>
                      <a:cubicBezTo>
                        <a:pt x="81153" y="0"/>
                        <a:pt x="94107" y="2667"/>
                        <a:pt x="104775" y="7906"/>
                      </a:cubicBezTo>
                      <a:cubicBezTo>
                        <a:pt x="115443" y="13145"/>
                        <a:pt x="123349" y="20288"/>
                        <a:pt x="128588" y="29242"/>
                      </a:cubicBezTo>
                      <a:cubicBezTo>
                        <a:pt x="133826" y="38195"/>
                        <a:pt x="136493" y="48482"/>
                        <a:pt x="136493" y="59912"/>
                      </a:cubicBezTo>
                      <a:cubicBezTo>
                        <a:pt x="136493" y="73914"/>
                        <a:pt x="132398" y="86296"/>
                        <a:pt x="124397" y="97060"/>
                      </a:cubicBezTo>
                      <a:cubicBezTo>
                        <a:pt x="116300" y="107728"/>
                        <a:pt x="104204" y="114871"/>
                        <a:pt x="88011" y="118396"/>
                      </a:cubicBezTo>
                      <a:lnTo>
                        <a:pt x="139160" y="203740"/>
                      </a:lnTo>
                      <a:lnTo>
                        <a:pt x="107347" y="203740"/>
                      </a:lnTo>
                      <a:close/>
                      <a:moveTo>
                        <a:pt x="26480" y="98965"/>
                      </a:moveTo>
                      <a:lnTo>
                        <a:pt x="65627" y="98965"/>
                      </a:lnTo>
                      <a:cubicBezTo>
                        <a:pt x="80010" y="98965"/>
                        <a:pt x="90869" y="95440"/>
                        <a:pt x="98108" y="88297"/>
                      </a:cubicBezTo>
                      <a:cubicBezTo>
                        <a:pt x="105251" y="81153"/>
                        <a:pt x="108871" y="71723"/>
                        <a:pt x="108871" y="59817"/>
                      </a:cubicBezTo>
                      <a:cubicBezTo>
                        <a:pt x="108871" y="47911"/>
                        <a:pt x="105347" y="38386"/>
                        <a:pt x="98203" y="31718"/>
                      </a:cubicBezTo>
                      <a:cubicBezTo>
                        <a:pt x="91059" y="25051"/>
                        <a:pt x="80201" y="21812"/>
                        <a:pt x="65627" y="21812"/>
                      </a:cubicBezTo>
                      <a:lnTo>
                        <a:pt x="26480" y="21812"/>
                      </a:lnTo>
                      <a:lnTo>
                        <a:pt x="26480" y="98965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CFD995F4-C21E-9DF7-A981-896BDCA0FA45}"/>
                    </a:ext>
                  </a:extLst>
                </p:cNvPr>
                <p:cNvSpPr/>
                <p:nvPr/>
              </p:nvSpPr>
              <p:spPr>
                <a:xfrm>
                  <a:off x="3218973" y="5617654"/>
                  <a:ext cx="35623" cy="222408"/>
                </a:xfrm>
                <a:custGeom>
                  <a:avLst/>
                  <a:gdLst>
                    <a:gd name="csX0" fmla="*/ 5239 w 35623"/>
                    <a:gd name="csY0" fmla="*/ 30956 h 222408"/>
                    <a:gd name="csX1" fmla="*/ 0 w 35623"/>
                    <a:gd name="csY1" fmla="*/ 18097 h 222408"/>
                    <a:gd name="csX2" fmla="*/ 5239 w 35623"/>
                    <a:gd name="csY2" fmla="*/ 5239 h 222408"/>
                    <a:gd name="csX3" fmla="*/ 18098 w 35623"/>
                    <a:gd name="csY3" fmla="*/ 0 h 222408"/>
                    <a:gd name="csX4" fmla="*/ 30480 w 35623"/>
                    <a:gd name="csY4" fmla="*/ 5239 h 222408"/>
                    <a:gd name="csX5" fmla="*/ 35624 w 35623"/>
                    <a:gd name="csY5" fmla="*/ 18097 h 222408"/>
                    <a:gd name="csX6" fmla="*/ 30480 w 35623"/>
                    <a:gd name="csY6" fmla="*/ 30956 h 222408"/>
                    <a:gd name="csX7" fmla="*/ 18098 w 35623"/>
                    <a:gd name="csY7" fmla="*/ 36195 h 222408"/>
                    <a:gd name="csX8" fmla="*/ 5239 w 35623"/>
                    <a:gd name="csY8" fmla="*/ 30956 h 222408"/>
                    <a:gd name="csX9" fmla="*/ 30956 w 35623"/>
                    <a:gd name="csY9" fmla="*/ 62294 h 222408"/>
                    <a:gd name="csX10" fmla="*/ 30956 w 35623"/>
                    <a:gd name="csY10" fmla="*/ 222409 h 222408"/>
                    <a:gd name="csX11" fmla="*/ 4382 w 35623"/>
                    <a:gd name="csY11" fmla="*/ 222409 h 222408"/>
                    <a:gd name="csX12" fmla="*/ 4382 w 35623"/>
                    <a:gd name="csY12" fmla="*/ 62294 h 222408"/>
                    <a:gd name="csX13" fmla="*/ 30956 w 35623"/>
                    <a:gd name="csY13" fmla="*/ 62294 h 222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35623" h="222408">
                      <a:moveTo>
                        <a:pt x="5239" y="30956"/>
                      </a:moveTo>
                      <a:cubicBezTo>
                        <a:pt x="1715" y="27432"/>
                        <a:pt x="0" y="23146"/>
                        <a:pt x="0" y="18097"/>
                      </a:cubicBezTo>
                      <a:cubicBezTo>
                        <a:pt x="0" y="13049"/>
                        <a:pt x="1715" y="8763"/>
                        <a:pt x="5239" y="5239"/>
                      </a:cubicBezTo>
                      <a:cubicBezTo>
                        <a:pt x="8763" y="1714"/>
                        <a:pt x="13049" y="0"/>
                        <a:pt x="18098" y="0"/>
                      </a:cubicBezTo>
                      <a:cubicBezTo>
                        <a:pt x="23146" y="0"/>
                        <a:pt x="27146" y="1714"/>
                        <a:pt x="30480" y="5239"/>
                      </a:cubicBezTo>
                      <a:cubicBezTo>
                        <a:pt x="33909" y="8763"/>
                        <a:pt x="35624" y="13049"/>
                        <a:pt x="35624" y="18097"/>
                      </a:cubicBezTo>
                      <a:cubicBezTo>
                        <a:pt x="35624" y="23146"/>
                        <a:pt x="33909" y="27432"/>
                        <a:pt x="30480" y="30956"/>
                      </a:cubicBezTo>
                      <a:cubicBezTo>
                        <a:pt x="27051" y="34480"/>
                        <a:pt x="22955" y="36195"/>
                        <a:pt x="18098" y="36195"/>
                      </a:cubicBezTo>
                      <a:cubicBezTo>
                        <a:pt x="13240" y="36195"/>
                        <a:pt x="8763" y="34480"/>
                        <a:pt x="5239" y="30956"/>
                      </a:cubicBezTo>
                      <a:close/>
                      <a:moveTo>
                        <a:pt x="30956" y="62294"/>
                      </a:moveTo>
                      <a:lnTo>
                        <a:pt x="30956" y="222409"/>
                      </a:lnTo>
                      <a:lnTo>
                        <a:pt x="4382" y="222409"/>
                      </a:lnTo>
                      <a:lnTo>
                        <a:pt x="4382" y="62294"/>
                      </a:lnTo>
                      <a:lnTo>
                        <a:pt x="30956" y="62294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71E67F3E-1EF5-2863-F468-F9349739D009}"/>
                    </a:ext>
                  </a:extLst>
                </p:cNvPr>
                <p:cNvSpPr/>
                <p:nvPr/>
              </p:nvSpPr>
              <p:spPr>
                <a:xfrm>
                  <a:off x="3286506" y="5677281"/>
                  <a:ext cx="124206" cy="165544"/>
                </a:xfrm>
                <a:custGeom>
                  <a:avLst/>
                  <a:gdLst>
                    <a:gd name="csX0" fmla="*/ 32385 w 124206"/>
                    <a:gd name="csY0" fmla="*/ 159067 h 165544"/>
                    <a:gd name="csX1" fmla="*/ 9334 w 124206"/>
                    <a:gd name="csY1" fmla="*/ 141541 h 165544"/>
                    <a:gd name="csX2" fmla="*/ 0 w 124206"/>
                    <a:gd name="csY2" fmla="*/ 115633 h 165544"/>
                    <a:gd name="csX3" fmla="*/ 27432 w 124206"/>
                    <a:gd name="csY3" fmla="*/ 115633 h 165544"/>
                    <a:gd name="csX4" fmla="*/ 38671 w 124206"/>
                    <a:gd name="csY4" fmla="*/ 135255 h 165544"/>
                    <a:gd name="csX5" fmla="*/ 65151 w 124206"/>
                    <a:gd name="csY5" fmla="*/ 142875 h 165544"/>
                    <a:gd name="csX6" fmla="*/ 89154 w 124206"/>
                    <a:gd name="csY6" fmla="*/ 136112 h 165544"/>
                    <a:gd name="csX7" fmla="*/ 97917 w 124206"/>
                    <a:gd name="csY7" fmla="*/ 119158 h 165544"/>
                    <a:gd name="csX8" fmla="*/ 88582 w 124206"/>
                    <a:gd name="csY8" fmla="*/ 103537 h 165544"/>
                    <a:gd name="csX9" fmla="*/ 59627 w 124206"/>
                    <a:gd name="csY9" fmla="*/ 93440 h 165544"/>
                    <a:gd name="csX10" fmla="*/ 30575 w 124206"/>
                    <a:gd name="csY10" fmla="*/ 83915 h 165544"/>
                    <a:gd name="csX11" fmla="*/ 11335 w 124206"/>
                    <a:gd name="csY11" fmla="*/ 69628 h 165544"/>
                    <a:gd name="csX12" fmla="*/ 3334 w 124206"/>
                    <a:gd name="csY12" fmla="*/ 44672 h 165544"/>
                    <a:gd name="csX13" fmla="*/ 10668 w 124206"/>
                    <a:gd name="csY13" fmla="*/ 22193 h 165544"/>
                    <a:gd name="csX14" fmla="*/ 31432 w 124206"/>
                    <a:gd name="csY14" fmla="*/ 6001 h 165544"/>
                    <a:gd name="csX15" fmla="*/ 62103 w 124206"/>
                    <a:gd name="csY15" fmla="*/ 0 h 165544"/>
                    <a:gd name="csX16" fmla="*/ 105061 w 124206"/>
                    <a:gd name="csY16" fmla="*/ 13430 h 165544"/>
                    <a:gd name="csX17" fmla="*/ 122587 w 124206"/>
                    <a:gd name="csY17" fmla="*/ 50292 h 165544"/>
                    <a:gd name="csX18" fmla="*/ 96012 w 124206"/>
                    <a:gd name="csY18" fmla="*/ 50292 h 165544"/>
                    <a:gd name="csX19" fmla="*/ 85915 w 124206"/>
                    <a:gd name="csY19" fmla="*/ 30099 h 165544"/>
                    <a:gd name="csX20" fmla="*/ 61246 w 124206"/>
                    <a:gd name="csY20" fmla="*/ 22479 h 165544"/>
                    <a:gd name="csX21" fmla="*/ 38481 w 124206"/>
                    <a:gd name="csY21" fmla="*/ 28575 h 165544"/>
                    <a:gd name="csX22" fmla="*/ 30004 w 124206"/>
                    <a:gd name="csY22" fmla="*/ 44672 h 165544"/>
                    <a:gd name="csX23" fmla="*/ 35147 w 124206"/>
                    <a:gd name="csY23" fmla="*/ 57721 h 165544"/>
                    <a:gd name="csX24" fmla="*/ 48006 w 124206"/>
                    <a:gd name="csY24" fmla="*/ 65913 h 165544"/>
                    <a:gd name="csX25" fmla="*/ 69437 w 124206"/>
                    <a:gd name="csY25" fmla="*/ 72771 h 165544"/>
                    <a:gd name="csX26" fmla="*/ 97536 w 124206"/>
                    <a:gd name="csY26" fmla="*/ 82010 h 165544"/>
                    <a:gd name="csX27" fmla="*/ 116110 w 124206"/>
                    <a:gd name="csY27" fmla="*/ 95631 h 165544"/>
                    <a:gd name="csX28" fmla="*/ 124206 w 124206"/>
                    <a:gd name="csY28" fmla="*/ 119348 h 165544"/>
                    <a:gd name="csX29" fmla="*/ 116872 w 124206"/>
                    <a:gd name="csY29" fmla="*/ 143065 h 165544"/>
                    <a:gd name="csX30" fmla="*/ 96298 w 124206"/>
                    <a:gd name="csY30" fmla="*/ 159543 h 165544"/>
                    <a:gd name="csX31" fmla="*/ 65723 w 124206"/>
                    <a:gd name="csY31" fmla="*/ 165544 h 165544"/>
                    <a:gd name="csX32" fmla="*/ 32671 w 124206"/>
                    <a:gd name="csY32" fmla="*/ 159258 h 1655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</a:cxnLst>
                  <a:rect l="l" t="t" r="r" b="b"/>
                  <a:pathLst>
                    <a:path w="124206" h="165544">
                      <a:moveTo>
                        <a:pt x="32385" y="159067"/>
                      </a:moveTo>
                      <a:cubicBezTo>
                        <a:pt x="22669" y="154876"/>
                        <a:pt x="14954" y="149066"/>
                        <a:pt x="9334" y="141541"/>
                      </a:cubicBezTo>
                      <a:cubicBezTo>
                        <a:pt x="3715" y="134017"/>
                        <a:pt x="571" y="125444"/>
                        <a:pt x="0" y="115633"/>
                      </a:cubicBezTo>
                      <a:lnTo>
                        <a:pt x="27432" y="115633"/>
                      </a:lnTo>
                      <a:cubicBezTo>
                        <a:pt x="28194" y="123634"/>
                        <a:pt x="31909" y="130112"/>
                        <a:pt x="38671" y="135255"/>
                      </a:cubicBezTo>
                      <a:cubicBezTo>
                        <a:pt x="45434" y="140303"/>
                        <a:pt x="54197" y="142875"/>
                        <a:pt x="65151" y="142875"/>
                      </a:cubicBezTo>
                      <a:cubicBezTo>
                        <a:pt x="75248" y="142875"/>
                        <a:pt x="83248" y="140589"/>
                        <a:pt x="89154" y="136112"/>
                      </a:cubicBezTo>
                      <a:cubicBezTo>
                        <a:pt x="95059" y="131635"/>
                        <a:pt x="97917" y="126016"/>
                        <a:pt x="97917" y="119158"/>
                      </a:cubicBezTo>
                      <a:cubicBezTo>
                        <a:pt x="97917" y="112300"/>
                        <a:pt x="94774" y="106966"/>
                        <a:pt x="88582" y="103537"/>
                      </a:cubicBezTo>
                      <a:cubicBezTo>
                        <a:pt x="82296" y="100108"/>
                        <a:pt x="72676" y="96774"/>
                        <a:pt x="59627" y="93440"/>
                      </a:cubicBezTo>
                      <a:cubicBezTo>
                        <a:pt x="47720" y="90297"/>
                        <a:pt x="38100" y="87154"/>
                        <a:pt x="30575" y="83915"/>
                      </a:cubicBezTo>
                      <a:cubicBezTo>
                        <a:pt x="23050" y="80677"/>
                        <a:pt x="16669" y="75914"/>
                        <a:pt x="11335" y="69628"/>
                      </a:cubicBezTo>
                      <a:cubicBezTo>
                        <a:pt x="6001" y="63341"/>
                        <a:pt x="3334" y="54959"/>
                        <a:pt x="3334" y="44672"/>
                      </a:cubicBezTo>
                      <a:cubicBezTo>
                        <a:pt x="3334" y="36481"/>
                        <a:pt x="5810" y="29051"/>
                        <a:pt x="10668" y="22193"/>
                      </a:cubicBezTo>
                      <a:cubicBezTo>
                        <a:pt x="15526" y="15430"/>
                        <a:pt x="22479" y="10001"/>
                        <a:pt x="31432" y="6001"/>
                      </a:cubicBezTo>
                      <a:cubicBezTo>
                        <a:pt x="40386" y="2000"/>
                        <a:pt x="50578" y="0"/>
                        <a:pt x="62103" y="0"/>
                      </a:cubicBezTo>
                      <a:cubicBezTo>
                        <a:pt x="79819" y="0"/>
                        <a:pt x="94107" y="4477"/>
                        <a:pt x="105061" y="13430"/>
                      </a:cubicBezTo>
                      <a:cubicBezTo>
                        <a:pt x="115919" y="22384"/>
                        <a:pt x="121825" y="34671"/>
                        <a:pt x="122587" y="50292"/>
                      </a:cubicBezTo>
                      <a:lnTo>
                        <a:pt x="96012" y="50292"/>
                      </a:lnTo>
                      <a:cubicBezTo>
                        <a:pt x="95440" y="41910"/>
                        <a:pt x="92011" y="35147"/>
                        <a:pt x="85915" y="30099"/>
                      </a:cubicBezTo>
                      <a:cubicBezTo>
                        <a:pt x="79724" y="25051"/>
                        <a:pt x="71533" y="22479"/>
                        <a:pt x="61246" y="22479"/>
                      </a:cubicBezTo>
                      <a:cubicBezTo>
                        <a:pt x="51721" y="22479"/>
                        <a:pt x="44101" y="24479"/>
                        <a:pt x="38481" y="28575"/>
                      </a:cubicBezTo>
                      <a:cubicBezTo>
                        <a:pt x="32861" y="32671"/>
                        <a:pt x="30004" y="38005"/>
                        <a:pt x="30004" y="44672"/>
                      </a:cubicBezTo>
                      <a:cubicBezTo>
                        <a:pt x="30004" y="49911"/>
                        <a:pt x="31718" y="54292"/>
                        <a:pt x="35147" y="57721"/>
                      </a:cubicBezTo>
                      <a:cubicBezTo>
                        <a:pt x="38576" y="61150"/>
                        <a:pt x="42863" y="63817"/>
                        <a:pt x="48006" y="65913"/>
                      </a:cubicBezTo>
                      <a:cubicBezTo>
                        <a:pt x="53150" y="68008"/>
                        <a:pt x="60293" y="70295"/>
                        <a:pt x="69437" y="72771"/>
                      </a:cubicBezTo>
                      <a:cubicBezTo>
                        <a:pt x="80963" y="75914"/>
                        <a:pt x="90297" y="78962"/>
                        <a:pt x="97536" y="82010"/>
                      </a:cubicBezTo>
                      <a:cubicBezTo>
                        <a:pt x="104775" y="85058"/>
                        <a:pt x="110966" y="89535"/>
                        <a:pt x="116110" y="95631"/>
                      </a:cubicBezTo>
                      <a:cubicBezTo>
                        <a:pt x="121253" y="101632"/>
                        <a:pt x="123920" y="109538"/>
                        <a:pt x="124206" y="119348"/>
                      </a:cubicBezTo>
                      <a:cubicBezTo>
                        <a:pt x="124206" y="128111"/>
                        <a:pt x="121729" y="136017"/>
                        <a:pt x="116872" y="143065"/>
                      </a:cubicBezTo>
                      <a:cubicBezTo>
                        <a:pt x="112014" y="150114"/>
                        <a:pt x="105156" y="155543"/>
                        <a:pt x="96298" y="159543"/>
                      </a:cubicBezTo>
                      <a:cubicBezTo>
                        <a:pt x="87440" y="163544"/>
                        <a:pt x="77248" y="165544"/>
                        <a:pt x="65723" y="165544"/>
                      </a:cubicBezTo>
                      <a:cubicBezTo>
                        <a:pt x="53435" y="165544"/>
                        <a:pt x="42481" y="163449"/>
                        <a:pt x="32671" y="159258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5ABBD7D-D7B2-91E1-A651-BAB474600AEA}"/>
                    </a:ext>
                  </a:extLst>
                </p:cNvPr>
                <p:cNvSpPr/>
                <p:nvPr/>
              </p:nvSpPr>
              <p:spPr>
                <a:xfrm>
                  <a:off x="3437762" y="5677281"/>
                  <a:ext cx="156019" cy="165354"/>
                </a:xfrm>
                <a:custGeom>
                  <a:avLst/>
                  <a:gdLst>
                    <a:gd name="csX0" fmla="*/ 155162 w 156019"/>
                    <a:gd name="csY0" fmla="*/ 92583 h 165354"/>
                    <a:gd name="csX1" fmla="*/ 27146 w 156019"/>
                    <a:gd name="csY1" fmla="*/ 92583 h 165354"/>
                    <a:gd name="csX2" fmla="*/ 43339 w 156019"/>
                    <a:gd name="csY2" fmla="*/ 129540 h 165354"/>
                    <a:gd name="csX3" fmla="*/ 79153 w 156019"/>
                    <a:gd name="csY3" fmla="*/ 142875 h 165354"/>
                    <a:gd name="csX4" fmla="*/ 107918 w 156019"/>
                    <a:gd name="csY4" fmla="*/ 134779 h 165354"/>
                    <a:gd name="csX5" fmla="*/ 124111 w 156019"/>
                    <a:gd name="csY5" fmla="*/ 113347 h 165354"/>
                    <a:gd name="csX6" fmla="*/ 152781 w 156019"/>
                    <a:gd name="csY6" fmla="*/ 113347 h 165354"/>
                    <a:gd name="csX7" fmla="*/ 127064 w 156019"/>
                    <a:gd name="csY7" fmla="*/ 150876 h 165354"/>
                    <a:gd name="csX8" fmla="*/ 79153 w 156019"/>
                    <a:gd name="csY8" fmla="*/ 165354 h 165354"/>
                    <a:gd name="csX9" fmla="*/ 38386 w 156019"/>
                    <a:gd name="csY9" fmla="*/ 155162 h 165354"/>
                    <a:gd name="csX10" fmla="*/ 10192 w 156019"/>
                    <a:gd name="csY10" fmla="*/ 126111 h 165354"/>
                    <a:gd name="csX11" fmla="*/ 0 w 156019"/>
                    <a:gd name="csY11" fmla="*/ 82391 h 165354"/>
                    <a:gd name="csX12" fmla="*/ 9906 w 156019"/>
                    <a:gd name="csY12" fmla="*/ 38862 h 165354"/>
                    <a:gd name="csX13" fmla="*/ 37814 w 156019"/>
                    <a:gd name="csY13" fmla="*/ 10096 h 165354"/>
                    <a:gd name="csX14" fmla="*/ 79153 w 156019"/>
                    <a:gd name="csY14" fmla="*/ 0 h 165354"/>
                    <a:gd name="csX15" fmla="*/ 119444 w 156019"/>
                    <a:gd name="csY15" fmla="*/ 9906 h 165354"/>
                    <a:gd name="csX16" fmla="*/ 146495 w 156019"/>
                    <a:gd name="csY16" fmla="*/ 37243 h 165354"/>
                    <a:gd name="csX17" fmla="*/ 156020 w 156019"/>
                    <a:gd name="csY17" fmla="*/ 76581 h 165354"/>
                    <a:gd name="csX18" fmla="*/ 155162 w 156019"/>
                    <a:gd name="csY18" fmla="*/ 92678 h 165354"/>
                    <a:gd name="csX19" fmla="*/ 121825 w 156019"/>
                    <a:gd name="csY19" fmla="*/ 44863 h 165354"/>
                    <a:gd name="csX20" fmla="*/ 103537 w 156019"/>
                    <a:gd name="csY20" fmla="*/ 28194 h 165354"/>
                    <a:gd name="csX21" fmla="*/ 78010 w 156019"/>
                    <a:gd name="csY21" fmla="*/ 22479 h 165354"/>
                    <a:gd name="csX22" fmla="*/ 43625 w 156019"/>
                    <a:gd name="csY22" fmla="*/ 35338 h 165354"/>
                    <a:gd name="csX23" fmla="*/ 27432 w 156019"/>
                    <a:gd name="csY23" fmla="*/ 70961 h 165354"/>
                    <a:gd name="csX24" fmla="*/ 128492 w 156019"/>
                    <a:gd name="csY24" fmla="*/ 70961 h 165354"/>
                    <a:gd name="csX25" fmla="*/ 121729 w 156019"/>
                    <a:gd name="csY25" fmla="*/ 44863 h 1653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56019" h="165354">
                      <a:moveTo>
                        <a:pt x="155162" y="92583"/>
                      </a:moveTo>
                      <a:lnTo>
                        <a:pt x="27146" y="92583"/>
                      </a:lnTo>
                      <a:cubicBezTo>
                        <a:pt x="28099" y="108395"/>
                        <a:pt x="33528" y="120682"/>
                        <a:pt x="43339" y="129540"/>
                      </a:cubicBezTo>
                      <a:cubicBezTo>
                        <a:pt x="53150" y="138398"/>
                        <a:pt x="65151" y="142875"/>
                        <a:pt x="79153" y="142875"/>
                      </a:cubicBezTo>
                      <a:cubicBezTo>
                        <a:pt x="90678" y="142875"/>
                        <a:pt x="100203" y="140208"/>
                        <a:pt x="107918" y="134779"/>
                      </a:cubicBezTo>
                      <a:cubicBezTo>
                        <a:pt x="115633" y="129445"/>
                        <a:pt x="121063" y="122301"/>
                        <a:pt x="124111" y="113347"/>
                      </a:cubicBezTo>
                      <a:lnTo>
                        <a:pt x="152781" y="113347"/>
                      </a:lnTo>
                      <a:cubicBezTo>
                        <a:pt x="148495" y="128683"/>
                        <a:pt x="139922" y="141256"/>
                        <a:pt x="127064" y="150876"/>
                      </a:cubicBezTo>
                      <a:cubicBezTo>
                        <a:pt x="114205" y="160496"/>
                        <a:pt x="98203" y="165354"/>
                        <a:pt x="79153" y="165354"/>
                      </a:cubicBezTo>
                      <a:cubicBezTo>
                        <a:pt x="63913" y="165354"/>
                        <a:pt x="50387" y="161925"/>
                        <a:pt x="38386" y="155162"/>
                      </a:cubicBezTo>
                      <a:cubicBezTo>
                        <a:pt x="26384" y="148304"/>
                        <a:pt x="16954" y="138684"/>
                        <a:pt x="10192" y="126111"/>
                      </a:cubicBezTo>
                      <a:cubicBezTo>
                        <a:pt x="3334" y="113538"/>
                        <a:pt x="0" y="98965"/>
                        <a:pt x="0" y="82391"/>
                      </a:cubicBezTo>
                      <a:cubicBezTo>
                        <a:pt x="0" y="65818"/>
                        <a:pt x="3334" y="51340"/>
                        <a:pt x="9906" y="38862"/>
                      </a:cubicBezTo>
                      <a:cubicBezTo>
                        <a:pt x="16574" y="26384"/>
                        <a:pt x="25813" y="16859"/>
                        <a:pt x="37814" y="10096"/>
                      </a:cubicBezTo>
                      <a:cubicBezTo>
                        <a:pt x="49816" y="3334"/>
                        <a:pt x="63532" y="0"/>
                        <a:pt x="79153" y="0"/>
                      </a:cubicBezTo>
                      <a:cubicBezTo>
                        <a:pt x="94774" y="0"/>
                        <a:pt x="107823" y="3334"/>
                        <a:pt x="119444" y="9906"/>
                      </a:cubicBezTo>
                      <a:cubicBezTo>
                        <a:pt x="131064" y="16478"/>
                        <a:pt x="140113" y="25622"/>
                        <a:pt x="146495" y="37243"/>
                      </a:cubicBezTo>
                      <a:cubicBezTo>
                        <a:pt x="152781" y="48863"/>
                        <a:pt x="156020" y="61913"/>
                        <a:pt x="156020" y="76581"/>
                      </a:cubicBezTo>
                      <a:cubicBezTo>
                        <a:pt x="156020" y="81629"/>
                        <a:pt x="155734" y="87058"/>
                        <a:pt x="155162" y="92678"/>
                      </a:cubicBezTo>
                      <a:close/>
                      <a:moveTo>
                        <a:pt x="121825" y="44863"/>
                      </a:moveTo>
                      <a:cubicBezTo>
                        <a:pt x="117348" y="37529"/>
                        <a:pt x="111252" y="32004"/>
                        <a:pt x="103537" y="28194"/>
                      </a:cubicBezTo>
                      <a:cubicBezTo>
                        <a:pt x="95822" y="24384"/>
                        <a:pt x="87344" y="22479"/>
                        <a:pt x="78010" y="22479"/>
                      </a:cubicBezTo>
                      <a:cubicBezTo>
                        <a:pt x="64579" y="22479"/>
                        <a:pt x="53150" y="26765"/>
                        <a:pt x="43625" y="35338"/>
                      </a:cubicBezTo>
                      <a:cubicBezTo>
                        <a:pt x="34195" y="43910"/>
                        <a:pt x="28766" y="55816"/>
                        <a:pt x="27432" y="70961"/>
                      </a:cubicBezTo>
                      <a:lnTo>
                        <a:pt x="128492" y="70961"/>
                      </a:lnTo>
                      <a:cubicBezTo>
                        <a:pt x="128492" y="60865"/>
                        <a:pt x="126302" y="52102"/>
                        <a:pt x="121729" y="44863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10A7502-4F75-1AF5-0165-18D133FE0C70}"/>
                    </a:ext>
                  </a:extLst>
                </p:cNvPr>
                <p:cNvSpPr/>
                <p:nvPr/>
              </p:nvSpPr>
              <p:spPr>
                <a:xfrm>
                  <a:off x="3696938" y="5677281"/>
                  <a:ext cx="161829" cy="165354"/>
                </a:xfrm>
                <a:custGeom>
                  <a:avLst/>
                  <a:gdLst>
                    <a:gd name="csX0" fmla="*/ 39052 w 161829"/>
                    <a:gd name="csY0" fmla="*/ 155162 h 165354"/>
                    <a:gd name="csX1" fmla="*/ 10382 w 161829"/>
                    <a:gd name="csY1" fmla="*/ 126111 h 165354"/>
                    <a:gd name="csX2" fmla="*/ 0 w 161829"/>
                    <a:gd name="csY2" fmla="*/ 82391 h 165354"/>
                    <a:gd name="csX3" fmla="*/ 10668 w 161829"/>
                    <a:gd name="csY3" fmla="*/ 39053 h 165354"/>
                    <a:gd name="csX4" fmla="*/ 39719 w 161829"/>
                    <a:gd name="csY4" fmla="*/ 10096 h 165354"/>
                    <a:gd name="csX5" fmla="*/ 80867 w 161829"/>
                    <a:gd name="csY5" fmla="*/ 0 h 165354"/>
                    <a:gd name="csX6" fmla="*/ 122110 w 161829"/>
                    <a:gd name="csY6" fmla="*/ 10096 h 165354"/>
                    <a:gd name="csX7" fmla="*/ 151162 w 161829"/>
                    <a:gd name="csY7" fmla="*/ 38862 h 165354"/>
                    <a:gd name="csX8" fmla="*/ 161830 w 161829"/>
                    <a:gd name="csY8" fmla="*/ 82391 h 165354"/>
                    <a:gd name="csX9" fmla="*/ 150876 w 161829"/>
                    <a:gd name="csY9" fmla="*/ 126111 h 165354"/>
                    <a:gd name="csX10" fmla="*/ 121253 w 161829"/>
                    <a:gd name="csY10" fmla="*/ 155162 h 165354"/>
                    <a:gd name="csX11" fmla="*/ 79724 w 161829"/>
                    <a:gd name="csY11" fmla="*/ 165354 h 165354"/>
                    <a:gd name="csX12" fmla="*/ 38957 w 161829"/>
                    <a:gd name="csY12" fmla="*/ 155162 h 165354"/>
                    <a:gd name="csX13" fmla="*/ 106680 w 161829"/>
                    <a:gd name="csY13" fmla="*/ 135255 h 165354"/>
                    <a:gd name="csX14" fmla="*/ 126968 w 161829"/>
                    <a:gd name="csY14" fmla="*/ 115062 h 165354"/>
                    <a:gd name="csX15" fmla="*/ 134684 w 161829"/>
                    <a:gd name="csY15" fmla="*/ 82296 h 165354"/>
                    <a:gd name="csX16" fmla="*/ 127063 w 161829"/>
                    <a:gd name="csY16" fmla="*/ 49625 h 165354"/>
                    <a:gd name="csX17" fmla="*/ 107156 w 161829"/>
                    <a:gd name="csY17" fmla="*/ 29623 h 165354"/>
                    <a:gd name="csX18" fmla="*/ 80581 w 161829"/>
                    <a:gd name="csY18" fmla="*/ 23050 h 165354"/>
                    <a:gd name="csX19" fmla="*/ 53816 w 161829"/>
                    <a:gd name="csY19" fmla="*/ 29623 h 165354"/>
                    <a:gd name="csX20" fmla="*/ 34385 w 161829"/>
                    <a:gd name="csY20" fmla="*/ 49625 h 165354"/>
                    <a:gd name="csX21" fmla="*/ 27051 w 161829"/>
                    <a:gd name="csY21" fmla="*/ 82296 h 165354"/>
                    <a:gd name="csX22" fmla="*/ 34195 w 161829"/>
                    <a:gd name="csY22" fmla="*/ 115348 h 165354"/>
                    <a:gd name="csX23" fmla="*/ 53340 w 161829"/>
                    <a:gd name="csY23" fmla="*/ 135350 h 165354"/>
                    <a:gd name="csX24" fmla="*/ 79629 w 161829"/>
                    <a:gd name="csY24" fmla="*/ 141922 h 165354"/>
                    <a:gd name="csX25" fmla="*/ 106489 w 161829"/>
                    <a:gd name="csY25" fmla="*/ 135160 h 1653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61829" h="165354">
                      <a:moveTo>
                        <a:pt x="39052" y="155162"/>
                      </a:moveTo>
                      <a:cubicBezTo>
                        <a:pt x="26860" y="148304"/>
                        <a:pt x="17335" y="138684"/>
                        <a:pt x="10382" y="126111"/>
                      </a:cubicBezTo>
                      <a:cubicBezTo>
                        <a:pt x="3429" y="113538"/>
                        <a:pt x="0" y="98965"/>
                        <a:pt x="0" y="82391"/>
                      </a:cubicBezTo>
                      <a:cubicBezTo>
                        <a:pt x="0" y="65818"/>
                        <a:pt x="3524" y="51530"/>
                        <a:pt x="10668" y="39053"/>
                      </a:cubicBezTo>
                      <a:cubicBezTo>
                        <a:pt x="17812" y="26479"/>
                        <a:pt x="27432" y="16859"/>
                        <a:pt x="39719" y="10096"/>
                      </a:cubicBezTo>
                      <a:cubicBezTo>
                        <a:pt x="52006" y="3334"/>
                        <a:pt x="65722" y="0"/>
                        <a:pt x="80867" y="0"/>
                      </a:cubicBezTo>
                      <a:cubicBezTo>
                        <a:pt x="96012" y="0"/>
                        <a:pt x="109823" y="3334"/>
                        <a:pt x="122110" y="10096"/>
                      </a:cubicBezTo>
                      <a:cubicBezTo>
                        <a:pt x="134398" y="16859"/>
                        <a:pt x="144113" y="26384"/>
                        <a:pt x="151162" y="38862"/>
                      </a:cubicBezTo>
                      <a:cubicBezTo>
                        <a:pt x="158305" y="51340"/>
                        <a:pt x="161830" y="65818"/>
                        <a:pt x="161830" y="82391"/>
                      </a:cubicBezTo>
                      <a:cubicBezTo>
                        <a:pt x="161830" y="98965"/>
                        <a:pt x="158210" y="113538"/>
                        <a:pt x="150876" y="126111"/>
                      </a:cubicBezTo>
                      <a:cubicBezTo>
                        <a:pt x="143542" y="138684"/>
                        <a:pt x="133731" y="148399"/>
                        <a:pt x="121253" y="155162"/>
                      </a:cubicBezTo>
                      <a:cubicBezTo>
                        <a:pt x="108775" y="161925"/>
                        <a:pt x="94964" y="165354"/>
                        <a:pt x="79724" y="165354"/>
                      </a:cubicBezTo>
                      <a:cubicBezTo>
                        <a:pt x="64484" y="165354"/>
                        <a:pt x="51149" y="161925"/>
                        <a:pt x="38957" y="155162"/>
                      </a:cubicBezTo>
                      <a:close/>
                      <a:moveTo>
                        <a:pt x="106680" y="135255"/>
                      </a:moveTo>
                      <a:cubicBezTo>
                        <a:pt x="115062" y="130778"/>
                        <a:pt x="121825" y="124015"/>
                        <a:pt x="126968" y="115062"/>
                      </a:cubicBezTo>
                      <a:cubicBezTo>
                        <a:pt x="132112" y="106108"/>
                        <a:pt x="134684" y="95155"/>
                        <a:pt x="134684" y="82296"/>
                      </a:cubicBezTo>
                      <a:cubicBezTo>
                        <a:pt x="134684" y="69437"/>
                        <a:pt x="132112" y="58579"/>
                        <a:pt x="127063" y="49625"/>
                      </a:cubicBezTo>
                      <a:cubicBezTo>
                        <a:pt x="122015" y="40672"/>
                        <a:pt x="115348" y="34004"/>
                        <a:pt x="107156" y="29623"/>
                      </a:cubicBezTo>
                      <a:cubicBezTo>
                        <a:pt x="98965" y="25241"/>
                        <a:pt x="90106" y="23050"/>
                        <a:pt x="80581" y="23050"/>
                      </a:cubicBezTo>
                      <a:cubicBezTo>
                        <a:pt x="71056" y="23050"/>
                        <a:pt x="61913" y="25241"/>
                        <a:pt x="53816" y="29623"/>
                      </a:cubicBezTo>
                      <a:cubicBezTo>
                        <a:pt x="45720" y="34004"/>
                        <a:pt x="39243" y="40672"/>
                        <a:pt x="34385" y="49625"/>
                      </a:cubicBezTo>
                      <a:cubicBezTo>
                        <a:pt x="29527" y="58579"/>
                        <a:pt x="27051" y="69532"/>
                        <a:pt x="27051" y="82296"/>
                      </a:cubicBezTo>
                      <a:cubicBezTo>
                        <a:pt x="27051" y="95059"/>
                        <a:pt x="29432" y="106394"/>
                        <a:pt x="34195" y="115348"/>
                      </a:cubicBezTo>
                      <a:cubicBezTo>
                        <a:pt x="38957" y="124301"/>
                        <a:pt x="45339" y="130969"/>
                        <a:pt x="53340" y="135350"/>
                      </a:cubicBezTo>
                      <a:cubicBezTo>
                        <a:pt x="61341" y="139732"/>
                        <a:pt x="70104" y="141922"/>
                        <a:pt x="79629" y="141922"/>
                      </a:cubicBezTo>
                      <a:cubicBezTo>
                        <a:pt x="89154" y="141922"/>
                        <a:pt x="98107" y="139637"/>
                        <a:pt x="106489" y="135160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D5A3005-6DCE-DEDC-57F5-8847D4EFC58A}"/>
                    </a:ext>
                  </a:extLst>
                </p:cNvPr>
                <p:cNvSpPr/>
                <p:nvPr/>
              </p:nvSpPr>
              <p:spPr>
                <a:xfrm>
                  <a:off x="3878103" y="5616797"/>
                  <a:ext cx="81057" cy="223266"/>
                </a:xfrm>
                <a:custGeom>
                  <a:avLst/>
                  <a:gdLst>
                    <a:gd name="csX0" fmla="*/ 80963 w 81057"/>
                    <a:gd name="csY0" fmla="*/ 85058 h 223266"/>
                    <a:gd name="csX1" fmla="*/ 47339 w 81057"/>
                    <a:gd name="csY1" fmla="*/ 85058 h 223266"/>
                    <a:gd name="csX2" fmla="*/ 47339 w 81057"/>
                    <a:gd name="csY2" fmla="*/ 223266 h 223266"/>
                    <a:gd name="csX3" fmla="*/ 20765 w 81057"/>
                    <a:gd name="csY3" fmla="*/ 223266 h 223266"/>
                    <a:gd name="csX4" fmla="*/ 20765 w 81057"/>
                    <a:gd name="csY4" fmla="*/ 85058 h 223266"/>
                    <a:gd name="csX5" fmla="*/ 0 w 81057"/>
                    <a:gd name="csY5" fmla="*/ 85058 h 223266"/>
                    <a:gd name="csX6" fmla="*/ 0 w 81057"/>
                    <a:gd name="csY6" fmla="*/ 63151 h 223266"/>
                    <a:gd name="csX7" fmla="*/ 20765 w 81057"/>
                    <a:gd name="csY7" fmla="*/ 63151 h 223266"/>
                    <a:gd name="csX8" fmla="*/ 20765 w 81057"/>
                    <a:gd name="csY8" fmla="*/ 51721 h 223266"/>
                    <a:gd name="csX9" fmla="*/ 34671 w 81057"/>
                    <a:gd name="csY9" fmla="*/ 12382 h 223266"/>
                    <a:gd name="csX10" fmla="*/ 79248 w 81057"/>
                    <a:gd name="csY10" fmla="*/ 0 h 223266"/>
                    <a:gd name="csX11" fmla="*/ 79248 w 81057"/>
                    <a:gd name="csY11" fmla="*/ 22193 h 223266"/>
                    <a:gd name="csX12" fmla="*/ 54578 w 81057"/>
                    <a:gd name="csY12" fmla="*/ 29051 h 223266"/>
                    <a:gd name="csX13" fmla="*/ 47435 w 81057"/>
                    <a:gd name="csY13" fmla="*/ 51721 h 223266"/>
                    <a:gd name="csX14" fmla="*/ 47435 w 81057"/>
                    <a:gd name="csY14" fmla="*/ 63151 h 223266"/>
                    <a:gd name="csX15" fmla="*/ 81058 w 81057"/>
                    <a:gd name="csY15" fmla="*/ 63151 h 223266"/>
                    <a:gd name="csX16" fmla="*/ 81058 w 81057"/>
                    <a:gd name="csY16" fmla="*/ 85058 h 2232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81057" h="223266">
                      <a:moveTo>
                        <a:pt x="80963" y="85058"/>
                      </a:moveTo>
                      <a:lnTo>
                        <a:pt x="47339" y="85058"/>
                      </a:lnTo>
                      <a:lnTo>
                        <a:pt x="47339" y="223266"/>
                      </a:lnTo>
                      <a:lnTo>
                        <a:pt x="20765" y="223266"/>
                      </a:lnTo>
                      <a:lnTo>
                        <a:pt x="20765" y="85058"/>
                      </a:lnTo>
                      <a:lnTo>
                        <a:pt x="0" y="85058"/>
                      </a:lnTo>
                      <a:lnTo>
                        <a:pt x="0" y="63151"/>
                      </a:lnTo>
                      <a:lnTo>
                        <a:pt x="20765" y="63151"/>
                      </a:lnTo>
                      <a:lnTo>
                        <a:pt x="20765" y="51721"/>
                      </a:lnTo>
                      <a:cubicBezTo>
                        <a:pt x="20765" y="33814"/>
                        <a:pt x="25337" y="20669"/>
                        <a:pt x="34671" y="12382"/>
                      </a:cubicBezTo>
                      <a:cubicBezTo>
                        <a:pt x="43910" y="4096"/>
                        <a:pt x="58769" y="0"/>
                        <a:pt x="79248" y="0"/>
                      </a:cubicBezTo>
                      <a:lnTo>
                        <a:pt x="79248" y="22193"/>
                      </a:lnTo>
                      <a:cubicBezTo>
                        <a:pt x="67532" y="22193"/>
                        <a:pt x="59341" y="24479"/>
                        <a:pt x="54578" y="29051"/>
                      </a:cubicBezTo>
                      <a:cubicBezTo>
                        <a:pt x="49816" y="33623"/>
                        <a:pt x="47435" y="41148"/>
                        <a:pt x="47435" y="51721"/>
                      </a:cubicBezTo>
                      <a:lnTo>
                        <a:pt x="47435" y="63151"/>
                      </a:lnTo>
                      <a:lnTo>
                        <a:pt x="81058" y="63151"/>
                      </a:lnTo>
                      <a:lnTo>
                        <a:pt x="81058" y="85058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B60AF95-266E-5831-9516-2CA533C171BB}"/>
                    </a:ext>
                  </a:extLst>
                </p:cNvPr>
                <p:cNvSpPr/>
                <p:nvPr/>
              </p:nvSpPr>
              <p:spPr>
                <a:xfrm>
                  <a:off x="4053078" y="5639657"/>
                  <a:ext cx="89249" cy="200406"/>
                </a:xfrm>
                <a:custGeom>
                  <a:avLst/>
                  <a:gdLst>
                    <a:gd name="csX0" fmla="*/ 47434 w 89249"/>
                    <a:gd name="csY0" fmla="*/ 62198 h 200406"/>
                    <a:gd name="csX1" fmla="*/ 47434 w 89249"/>
                    <a:gd name="csY1" fmla="*/ 156591 h 200406"/>
                    <a:gd name="csX2" fmla="*/ 52388 w 89249"/>
                    <a:gd name="csY2" fmla="*/ 173069 h 200406"/>
                    <a:gd name="csX3" fmla="*/ 69628 w 89249"/>
                    <a:gd name="csY3" fmla="*/ 177927 h 200406"/>
                    <a:gd name="csX4" fmla="*/ 89249 w 89249"/>
                    <a:gd name="csY4" fmla="*/ 177927 h 200406"/>
                    <a:gd name="csX5" fmla="*/ 89249 w 89249"/>
                    <a:gd name="csY5" fmla="*/ 200406 h 200406"/>
                    <a:gd name="csX6" fmla="*/ 65246 w 89249"/>
                    <a:gd name="csY6" fmla="*/ 200406 h 200406"/>
                    <a:gd name="csX7" fmla="*/ 31909 w 89249"/>
                    <a:gd name="csY7" fmla="*/ 190214 h 200406"/>
                    <a:gd name="csX8" fmla="*/ 20764 w 89249"/>
                    <a:gd name="csY8" fmla="*/ 156591 h 200406"/>
                    <a:gd name="csX9" fmla="*/ 20764 w 89249"/>
                    <a:gd name="csY9" fmla="*/ 62198 h 200406"/>
                    <a:gd name="csX10" fmla="*/ 0 w 89249"/>
                    <a:gd name="csY10" fmla="*/ 62198 h 200406"/>
                    <a:gd name="csX11" fmla="*/ 0 w 89249"/>
                    <a:gd name="csY11" fmla="*/ 40291 h 200406"/>
                    <a:gd name="csX12" fmla="*/ 20764 w 89249"/>
                    <a:gd name="csY12" fmla="*/ 40291 h 200406"/>
                    <a:gd name="csX13" fmla="*/ 20764 w 89249"/>
                    <a:gd name="csY13" fmla="*/ 0 h 200406"/>
                    <a:gd name="csX14" fmla="*/ 47339 w 89249"/>
                    <a:gd name="csY14" fmla="*/ 0 h 200406"/>
                    <a:gd name="csX15" fmla="*/ 47339 w 89249"/>
                    <a:gd name="csY15" fmla="*/ 40291 h 200406"/>
                    <a:gd name="csX16" fmla="*/ 89154 w 89249"/>
                    <a:gd name="csY16" fmla="*/ 40291 h 200406"/>
                    <a:gd name="csX17" fmla="*/ 89154 w 89249"/>
                    <a:gd name="csY17" fmla="*/ 62198 h 200406"/>
                    <a:gd name="csX18" fmla="*/ 47339 w 89249"/>
                    <a:gd name="csY18" fmla="*/ 62198 h 2004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89249" h="200406">
                      <a:moveTo>
                        <a:pt x="47434" y="62198"/>
                      </a:moveTo>
                      <a:lnTo>
                        <a:pt x="47434" y="156591"/>
                      </a:lnTo>
                      <a:cubicBezTo>
                        <a:pt x="47434" y="164402"/>
                        <a:pt x="49054" y="169926"/>
                        <a:pt x="52388" y="173069"/>
                      </a:cubicBezTo>
                      <a:cubicBezTo>
                        <a:pt x="55721" y="176308"/>
                        <a:pt x="61436" y="177927"/>
                        <a:pt x="69628" y="177927"/>
                      </a:cubicBezTo>
                      <a:lnTo>
                        <a:pt x="89249" y="177927"/>
                      </a:lnTo>
                      <a:lnTo>
                        <a:pt x="89249" y="200406"/>
                      </a:lnTo>
                      <a:lnTo>
                        <a:pt x="65246" y="200406"/>
                      </a:lnTo>
                      <a:cubicBezTo>
                        <a:pt x="50483" y="200406"/>
                        <a:pt x="39338" y="196977"/>
                        <a:pt x="31909" y="190214"/>
                      </a:cubicBezTo>
                      <a:cubicBezTo>
                        <a:pt x="24479" y="183357"/>
                        <a:pt x="20764" y="172212"/>
                        <a:pt x="20764" y="156591"/>
                      </a:cubicBezTo>
                      <a:lnTo>
                        <a:pt x="20764" y="62198"/>
                      </a:lnTo>
                      <a:lnTo>
                        <a:pt x="0" y="62198"/>
                      </a:lnTo>
                      <a:lnTo>
                        <a:pt x="0" y="40291"/>
                      </a:lnTo>
                      <a:lnTo>
                        <a:pt x="20764" y="40291"/>
                      </a:lnTo>
                      <a:lnTo>
                        <a:pt x="20764" y="0"/>
                      </a:lnTo>
                      <a:lnTo>
                        <a:pt x="47339" y="0"/>
                      </a:lnTo>
                      <a:lnTo>
                        <a:pt x="47339" y="40291"/>
                      </a:lnTo>
                      <a:lnTo>
                        <a:pt x="89154" y="40291"/>
                      </a:lnTo>
                      <a:lnTo>
                        <a:pt x="89154" y="62198"/>
                      </a:lnTo>
                      <a:lnTo>
                        <a:pt x="47339" y="62198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8AB20287-0E49-B10F-7392-4272CD2F746C}"/>
                    </a:ext>
                  </a:extLst>
                </p:cNvPr>
                <p:cNvSpPr/>
                <p:nvPr/>
              </p:nvSpPr>
              <p:spPr>
                <a:xfrm>
                  <a:off x="4174426" y="5623941"/>
                  <a:ext cx="143446" cy="216217"/>
                </a:xfrm>
                <a:custGeom>
                  <a:avLst/>
                  <a:gdLst>
                    <a:gd name="csX0" fmla="*/ 112204 w 143446"/>
                    <a:gd name="csY0" fmla="*/ 60770 h 216217"/>
                    <a:gd name="csX1" fmla="*/ 135160 w 143446"/>
                    <a:gd name="csY1" fmla="*/ 84011 h 216217"/>
                    <a:gd name="csX2" fmla="*/ 143447 w 143446"/>
                    <a:gd name="csY2" fmla="*/ 121729 h 216217"/>
                    <a:gd name="csX3" fmla="*/ 143447 w 143446"/>
                    <a:gd name="csY3" fmla="*/ 216122 h 216217"/>
                    <a:gd name="csX4" fmla="*/ 117158 w 143446"/>
                    <a:gd name="csY4" fmla="*/ 216122 h 216217"/>
                    <a:gd name="csX5" fmla="*/ 117158 w 143446"/>
                    <a:gd name="csY5" fmla="*/ 125539 h 216217"/>
                    <a:gd name="csX6" fmla="*/ 105156 w 143446"/>
                    <a:gd name="csY6" fmla="*/ 88868 h 216217"/>
                    <a:gd name="csX7" fmla="*/ 72390 w 143446"/>
                    <a:gd name="csY7" fmla="*/ 76200 h 216217"/>
                    <a:gd name="csX8" fmla="*/ 38957 w 143446"/>
                    <a:gd name="csY8" fmla="*/ 89345 h 216217"/>
                    <a:gd name="csX9" fmla="*/ 26575 w 143446"/>
                    <a:gd name="csY9" fmla="*/ 127635 h 216217"/>
                    <a:gd name="csX10" fmla="*/ 26575 w 143446"/>
                    <a:gd name="csY10" fmla="*/ 216218 h 216217"/>
                    <a:gd name="csX11" fmla="*/ 0 w 143446"/>
                    <a:gd name="csY11" fmla="*/ 216218 h 216217"/>
                    <a:gd name="csX12" fmla="*/ 0 w 143446"/>
                    <a:gd name="csY12" fmla="*/ 0 h 216217"/>
                    <a:gd name="csX13" fmla="*/ 26575 w 143446"/>
                    <a:gd name="csY13" fmla="*/ 0 h 216217"/>
                    <a:gd name="csX14" fmla="*/ 26575 w 143446"/>
                    <a:gd name="csY14" fmla="*/ 78867 h 216217"/>
                    <a:gd name="csX15" fmla="*/ 48387 w 143446"/>
                    <a:gd name="csY15" fmla="*/ 59912 h 216217"/>
                    <a:gd name="csX16" fmla="*/ 79534 w 143446"/>
                    <a:gd name="csY16" fmla="*/ 53245 h 216217"/>
                    <a:gd name="csX17" fmla="*/ 112300 w 143446"/>
                    <a:gd name="csY17" fmla="*/ 60960 h 2162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43446" h="216217">
                      <a:moveTo>
                        <a:pt x="112204" y="60770"/>
                      </a:moveTo>
                      <a:cubicBezTo>
                        <a:pt x="121920" y="65913"/>
                        <a:pt x="129635" y="73723"/>
                        <a:pt x="135160" y="84011"/>
                      </a:cubicBezTo>
                      <a:cubicBezTo>
                        <a:pt x="140684" y="94297"/>
                        <a:pt x="143447" y="106871"/>
                        <a:pt x="143447" y="121729"/>
                      </a:cubicBezTo>
                      <a:lnTo>
                        <a:pt x="143447" y="216122"/>
                      </a:lnTo>
                      <a:lnTo>
                        <a:pt x="117158" y="216122"/>
                      </a:lnTo>
                      <a:lnTo>
                        <a:pt x="117158" y="125539"/>
                      </a:lnTo>
                      <a:cubicBezTo>
                        <a:pt x="117158" y="109538"/>
                        <a:pt x="113157" y="97346"/>
                        <a:pt x="105156" y="88868"/>
                      </a:cubicBezTo>
                      <a:cubicBezTo>
                        <a:pt x="97155" y="80391"/>
                        <a:pt x="86297" y="76200"/>
                        <a:pt x="72390" y="76200"/>
                      </a:cubicBezTo>
                      <a:cubicBezTo>
                        <a:pt x="58483" y="76200"/>
                        <a:pt x="47244" y="80581"/>
                        <a:pt x="38957" y="89345"/>
                      </a:cubicBezTo>
                      <a:cubicBezTo>
                        <a:pt x="30671" y="98107"/>
                        <a:pt x="26575" y="110871"/>
                        <a:pt x="26575" y="127635"/>
                      </a:cubicBezTo>
                      <a:lnTo>
                        <a:pt x="26575" y="216218"/>
                      </a:lnTo>
                      <a:lnTo>
                        <a:pt x="0" y="216218"/>
                      </a:lnTo>
                      <a:lnTo>
                        <a:pt x="0" y="0"/>
                      </a:lnTo>
                      <a:lnTo>
                        <a:pt x="26575" y="0"/>
                      </a:lnTo>
                      <a:lnTo>
                        <a:pt x="26575" y="78867"/>
                      </a:lnTo>
                      <a:cubicBezTo>
                        <a:pt x="31814" y="70675"/>
                        <a:pt x="39053" y="64389"/>
                        <a:pt x="48387" y="59912"/>
                      </a:cubicBezTo>
                      <a:cubicBezTo>
                        <a:pt x="57626" y="55436"/>
                        <a:pt x="68008" y="53245"/>
                        <a:pt x="79534" y="53245"/>
                      </a:cubicBezTo>
                      <a:cubicBezTo>
                        <a:pt x="91631" y="53245"/>
                        <a:pt x="102489" y="55816"/>
                        <a:pt x="112300" y="60960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2107B57-814C-BA79-3E62-0DC8821AAFE8}"/>
                    </a:ext>
                  </a:extLst>
                </p:cNvPr>
                <p:cNvSpPr/>
                <p:nvPr/>
              </p:nvSpPr>
              <p:spPr>
                <a:xfrm>
                  <a:off x="4351496" y="5677281"/>
                  <a:ext cx="156019" cy="165354"/>
                </a:xfrm>
                <a:custGeom>
                  <a:avLst/>
                  <a:gdLst>
                    <a:gd name="csX0" fmla="*/ 155162 w 156019"/>
                    <a:gd name="csY0" fmla="*/ 92583 h 165354"/>
                    <a:gd name="csX1" fmla="*/ 27146 w 156019"/>
                    <a:gd name="csY1" fmla="*/ 92583 h 165354"/>
                    <a:gd name="csX2" fmla="*/ 43339 w 156019"/>
                    <a:gd name="csY2" fmla="*/ 129540 h 165354"/>
                    <a:gd name="csX3" fmla="*/ 79153 w 156019"/>
                    <a:gd name="csY3" fmla="*/ 142875 h 165354"/>
                    <a:gd name="csX4" fmla="*/ 107918 w 156019"/>
                    <a:gd name="csY4" fmla="*/ 134779 h 165354"/>
                    <a:gd name="csX5" fmla="*/ 124111 w 156019"/>
                    <a:gd name="csY5" fmla="*/ 113347 h 165354"/>
                    <a:gd name="csX6" fmla="*/ 152781 w 156019"/>
                    <a:gd name="csY6" fmla="*/ 113347 h 165354"/>
                    <a:gd name="csX7" fmla="*/ 127063 w 156019"/>
                    <a:gd name="csY7" fmla="*/ 150876 h 165354"/>
                    <a:gd name="csX8" fmla="*/ 79153 w 156019"/>
                    <a:gd name="csY8" fmla="*/ 165354 h 165354"/>
                    <a:gd name="csX9" fmla="*/ 38386 w 156019"/>
                    <a:gd name="csY9" fmla="*/ 155162 h 165354"/>
                    <a:gd name="csX10" fmla="*/ 10192 w 156019"/>
                    <a:gd name="csY10" fmla="*/ 126111 h 165354"/>
                    <a:gd name="csX11" fmla="*/ 0 w 156019"/>
                    <a:gd name="csY11" fmla="*/ 82391 h 165354"/>
                    <a:gd name="csX12" fmla="*/ 9906 w 156019"/>
                    <a:gd name="csY12" fmla="*/ 38862 h 165354"/>
                    <a:gd name="csX13" fmla="*/ 37814 w 156019"/>
                    <a:gd name="csY13" fmla="*/ 10096 h 165354"/>
                    <a:gd name="csX14" fmla="*/ 79153 w 156019"/>
                    <a:gd name="csY14" fmla="*/ 0 h 165354"/>
                    <a:gd name="csX15" fmla="*/ 119443 w 156019"/>
                    <a:gd name="csY15" fmla="*/ 9906 h 165354"/>
                    <a:gd name="csX16" fmla="*/ 146494 w 156019"/>
                    <a:gd name="csY16" fmla="*/ 37243 h 165354"/>
                    <a:gd name="csX17" fmla="*/ 156019 w 156019"/>
                    <a:gd name="csY17" fmla="*/ 76581 h 165354"/>
                    <a:gd name="csX18" fmla="*/ 155162 w 156019"/>
                    <a:gd name="csY18" fmla="*/ 92678 h 165354"/>
                    <a:gd name="csX19" fmla="*/ 121825 w 156019"/>
                    <a:gd name="csY19" fmla="*/ 44863 h 165354"/>
                    <a:gd name="csX20" fmla="*/ 103537 w 156019"/>
                    <a:gd name="csY20" fmla="*/ 28194 h 165354"/>
                    <a:gd name="csX21" fmla="*/ 78010 w 156019"/>
                    <a:gd name="csY21" fmla="*/ 22479 h 165354"/>
                    <a:gd name="csX22" fmla="*/ 43624 w 156019"/>
                    <a:gd name="csY22" fmla="*/ 35338 h 165354"/>
                    <a:gd name="csX23" fmla="*/ 27432 w 156019"/>
                    <a:gd name="csY23" fmla="*/ 70961 h 165354"/>
                    <a:gd name="csX24" fmla="*/ 128492 w 156019"/>
                    <a:gd name="csY24" fmla="*/ 70961 h 165354"/>
                    <a:gd name="csX25" fmla="*/ 121729 w 156019"/>
                    <a:gd name="csY25" fmla="*/ 44863 h 1653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56019" h="165354">
                      <a:moveTo>
                        <a:pt x="155162" y="92583"/>
                      </a:moveTo>
                      <a:lnTo>
                        <a:pt x="27146" y="92583"/>
                      </a:lnTo>
                      <a:cubicBezTo>
                        <a:pt x="28099" y="108395"/>
                        <a:pt x="33528" y="120682"/>
                        <a:pt x="43339" y="129540"/>
                      </a:cubicBezTo>
                      <a:cubicBezTo>
                        <a:pt x="53149" y="138398"/>
                        <a:pt x="65151" y="142875"/>
                        <a:pt x="79153" y="142875"/>
                      </a:cubicBezTo>
                      <a:cubicBezTo>
                        <a:pt x="90678" y="142875"/>
                        <a:pt x="100203" y="140208"/>
                        <a:pt x="107918" y="134779"/>
                      </a:cubicBezTo>
                      <a:cubicBezTo>
                        <a:pt x="115633" y="129445"/>
                        <a:pt x="121063" y="122301"/>
                        <a:pt x="124111" y="113347"/>
                      </a:cubicBezTo>
                      <a:lnTo>
                        <a:pt x="152781" y="113347"/>
                      </a:lnTo>
                      <a:cubicBezTo>
                        <a:pt x="148495" y="128683"/>
                        <a:pt x="139922" y="141256"/>
                        <a:pt x="127063" y="150876"/>
                      </a:cubicBezTo>
                      <a:cubicBezTo>
                        <a:pt x="114205" y="160496"/>
                        <a:pt x="98203" y="165354"/>
                        <a:pt x="79153" y="165354"/>
                      </a:cubicBezTo>
                      <a:cubicBezTo>
                        <a:pt x="63913" y="165354"/>
                        <a:pt x="50387" y="161925"/>
                        <a:pt x="38386" y="155162"/>
                      </a:cubicBezTo>
                      <a:cubicBezTo>
                        <a:pt x="26384" y="148304"/>
                        <a:pt x="16954" y="138684"/>
                        <a:pt x="10192" y="126111"/>
                      </a:cubicBezTo>
                      <a:cubicBezTo>
                        <a:pt x="3334" y="113538"/>
                        <a:pt x="0" y="98965"/>
                        <a:pt x="0" y="82391"/>
                      </a:cubicBezTo>
                      <a:cubicBezTo>
                        <a:pt x="0" y="65818"/>
                        <a:pt x="3334" y="51340"/>
                        <a:pt x="9906" y="38862"/>
                      </a:cubicBezTo>
                      <a:cubicBezTo>
                        <a:pt x="16573" y="26384"/>
                        <a:pt x="25813" y="16859"/>
                        <a:pt x="37814" y="10096"/>
                      </a:cubicBezTo>
                      <a:cubicBezTo>
                        <a:pt x="49816" y="3334"/>
                        <a:pt x="63532" y="0"/>
                        <a:pt x="79153" y="0"/>
                      </a:cubicBezTo>
                      <a:cubicBezTo>
                        <a:pt x="94774" y="0"/>
                        <a:pt x="107823" y="3334"/>
                        <a:pt x="119443" y="9906"/>
                      </a:cubicBezTo>
                      <a:cubicBezTo>
                        <a:pt x="131064" y="16478"/>
                        <a:pt x="140113" y="25622"/>
                        <a:pt x="146494" y="37243"/>
                      </a:cubicBezTo>
                      <a:cubicBezTo>
                        <a:pt x="152781" y="48863"/>
                        <a:pt x="156019" y="61913"/>
                        <a:pt x="156019" y="76581"/>
                      </a:cubicBezTo>
                      <a:cubicBezTo>
                        <a:pt x="156019" y="81629"/>
                        <a:pt x="155734" y="87058"/>
                        <a:pt x="155162" y="92678"/>
                      </a:cubicBezTo>
                      <a:close/>
                      <a:moveTo>
                        <a:pt x="121825" y="44863"/>
                      </a:moveTo>
                      <a:cubicBezTo>
                        <a:pt x="117348" y="37529"/>
                        <a:pt x="111252" y="32004"/>
                        <a:pt x="103537" y="28194"/>
                      </a:cubicBezTo>
                      <a:cubicBezTo>
                        <a:pt x="95821" y="24384"/>
                        <a:pt x="87344" y="22479"/>
                        <a:pt x="78010" y="22479"/>
                      </a:cubicBezTo>
                      <a:cubicBezTo>
                        <a:pt x="64579" y="22479"/>
                        <a:pt x="53149" y="26765"/>
                        <a:pt x="43624" y="35338"/>
                      </a:cubicBezTo>
                      <a:cubicBezTo>
                        <a:pt x="34195" y="43910"/>
                        <a:pt x="28765" y="55816"/>
                        <a:pt x="27432" y="70961"/>
                      </a:cubicBezTo>
                      <a:lnTo>
                        <a:pt x="128492" y="70961"/>
                      </a:lnTo>
                      <a:cubicBezTo>
                        <a:pt x="128492" y="60865"/>
                        <a:pt x="126301" y="52102"/>
                        <a:pt x="121729" y="44863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F0C91F2C-0745-C0D6-B455-9E860F6D8D81}"/>
                    </a:ext>
                  </a:extLst>
                </p:cNvPr>
                <p:cNvSpPr/>
                <p:nvPr/>
              </p:nvSpPr>
              <p:spPr>
                <a:xfrm>
                  <a:off x="4614767" y="5633751"/>
                  <a:ext cx="138302" cy="208216"/>
                </a:xfrm>
                <a:custGeom>
                  <a:avLst/>
                  <a:gdLst>
                    <a:gd name="csX0" fmla="*/ 34290 w 138302"/>
                    <a:gd name="csY0" fmla="*/ 201168 h 208216"/>
                    <a:gd name="csX1" fmla="*/ 9334 w 138302"/>
                    <a:gd name="csY1" fmla="*/ 181261 h 208216"/>
                    <a:gd name="csX2" fmla="*/ 0 w 138302"/>
                    <a:gd name="csY2" fmla="*/ 151924 h 208216"/>
                    <a:gd name="csX3" fmla="*/ 28384 w 138302"/>
                    <a:gd name="csY3" fmla="*/ 151924 h 208216"/>
                    <a:gd name="csX4" fmla="*/ 40196 w 138302"/>
                    <a:gd name="csY4" fmla="*/ 176022 h 208216"/>
                    <a:gd name="csX5" fmla="*/ 70390 w 138302"/>
                    <a:gd name="csY5" fmla="*/ 185833 h 208216"/>
                    <a:gd name="csX6" fmla="*/ 100393 w 138302"/>
                    <a:gd name="csY6" fmla="*/ 176308 h 208216"/>
                    <a:gd name="csX7" fmla="*/ 111347 w 138302"/>
                    <a:gd name="csY7" fmla="*/ 151924 h 208216"/>
                    <a:gd name="csX8" fmla="*/ 104965 w 138302"/>
                    <a:gd name="csY8" fmla="*/ 132969 h 208216"/>
                    <a:gd name="csX9" fmla="*/ 88868 w 138302"/>
                    <a:gd name="csY9" fmla="*/ 121825 h 208216"/>
                    <a:gd name="csX10" fmla="*/ 62865 w 138302"/>
                    <a:gd name="csY10" fmla="*/ 113633 h 208216"/>
                    <a:gd name="csX11" fmla="*/ 30575 w 138302"/>
                    <a:gd name="csY11" fmla="*/ 103156 h 208216"/>
                    <a:gd name="csX12" fmla="*/ 9811 w 138302"/>
                    <a:gd name="csY12" fmla="*/ 86678 h 208216"/>
                    <a:gd name="csX13" fmla="*/ 1238 w 138302"/>
                    <a:gd name="csY13" fmla="*/ 56483 h 208216"/>
                    <a:gd name="csX14" fmla="*/ 9715 w 138302"/>
                    <a:gd name="csY14" fmla="*/ 26956 h 208216"/>
                    <a:gd name="csX15" fmla="*/ 33528 w 138302"/>
                    <a:gd name="csY15" fmla="*/ 7048 h 208216"/>
                    <a:gd name="csX16" fmla="*/ 68771 w 138302"/>
                    <a:gd name="csY16" fmla="*/ 0 h 208216"/>
                    <a:gd name="csX17" fmla="*/ 115633 w 138302"/>
                    <a:gd name="csY17" fmla="*/ 14288 h 208216"/>
                    <a:gd name="csX18" fmla="*/ 136207 w 138302"/>
                    <a:gd name="csY18" fmla="*/ 52292 h 208216"/>
                    <a:gd name="csX19" fmla="*/ 106966 w 138302"/>
                    <a:gd name="csY19" fmla="*/ 52292 h 208216"/>
                    <a:gd name="csX20" fmla="*/ 94678 w 138302"/>
                    <a:gd name="csY20" fmla="*/ 31718 h 208216"/>
                    <a:gd name="csX21" fmla="*/ 66008 w 138302"/>
                    <a:gd name="csY21" fmla="*/ 22765 h 208216"/>
                    <a:gd name="csX22" fmla="*/ 38862 w 138302"/>
                    <a:gd name="csY22" fmla="*/ 31337 h 208216"/>
                    <a:gd name="csX23" fmla="*/ 28384 w 138302"/>
                    <a:gd name="csY23" fmla="*/ 55436 h 208216"/>
                    <a:gd name="csX24" fmla="*/ 34671 w 138302"/>
                    <a:gd name="csY24" fmla="*/ 73533 h 208216"/>
                    <a:gd name="csX25" fmla="*/ 50197 w 138302"/>
                    <a:gd name="csY25" fmla="*/ 84201 h 208216"/>
                    <a:gd name="csX26" fmla="*/ 76105 w 138302"/>
                    <a:gd name="csY26" fmla="*/ 92488 h 208216"/>
                    <a:gd name="csX27" fmla="*/ 108490 w 138302"/>
                    <a:gd name="csY27" fmla="*/ 103441 h 208216"/>
                    <a:gd name="csX28" fmla="*/ 129540 w 138302"/>
                    <a:gd name="csY28" fmla="*/ 120110 h 208216"/>
                    <a:gd name="csX29" fmla="*/ 138303 w 138302"/>
                    <a:gd name="csY29" fmla="*/ 150590 h 208216"/>
                    <a:gd name="csX30" fmla="*/ 130397 w 138302"/>
                    <a:gd name="csY30" fmla="*/ 178689 h 208216"/>
                    <a:gd name="csX31" fmla="*/ 107061 w 138302"/>
                    <a:gd name="csY31" fmla="*/ 200025 h 208216"/>
                    <a:gd name="csX32" fmla="*/ 70580 w 138302"/>
                    <a:gd name="csY32" fmla="*/ 208217 h 208216"/>
                    <a:gd name="csX33" fmla="*/ 34480 w 138302"/>
                    <a:gd name="csY33" fmla="*/ 201073 h 2082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</a:cxnLst>
                  <a:rect l="l" t="t" r="r" b="b"/>
                  <a:pathLst>
                    <a:path w="138302" h="208216">
                      <a:moveTo>
                        <a:pt x="34290" y="201168"/>
                      </a:moveTo>
                      <a:cubicBezTo>
                        <a:pt x="23622" y="196406"/>
                        <a:pt x="15335" y="189738"/>
                        <a:pt x="9334" y="181261"/>
                      </a:cubicBezTo>
                      <a:cubicBezTo>
                        <a:pt x="3334" y="172783"/>
                        <a:pt x="190" y="162973"/>
                        <a:pt x="0" y="151924"/>
                      </a:cubicBezTo>
                      <a:lnTo>
                        <a:pt x="28384" y="151924"/>
                      </a:lnTo>
                      <a:cubicBezTo>
                        <a:pt x="29337" y="161449"/>
                        <a:pt x="33338" y="169450"/>
                        <a:pt x="40196" y="176022"/>
                      </a:cubicBezTo>
                      <a:cubicBezTo>
                        <a:pt x="47053" y="182594"/>
                        <a:pt x="57150" y="185833"/>
                        <a:pt x="70390" y="185833"/>
                      </a:cubicBezTo>
                      <a:cubicBezTo>
                        <a:pt x="83629" y="185833"/>
                        <a:pt x="93059" y="182689"/>
                        <a:pt x="100393" y="176308"/>
                      </a:cubicBezTo>
                      <a:cubicBezTo>
                        <a:pt x="107728" y="169926"/>
                        <a:pt x="111347" y="161830"/>
                        <a:pt x="111347" y="151924"/>
                      </a:cubicBezTo>
                      <a:cubicBezTo>
                        <a:pt x="111347" y="144113"/>
                        <a:pt x="109156" y="137827"/>
                        <a:pt x="104965" y="132969"/>
                      </a:cubicBezTo>
                      <a:cubicBezTo>
                        <a:pt x="100679" y="128111"/>
                        <a:pt x="95345" y="124396"/>
                        <a:pt x="88868" y="121825"/>
                      </a:cubicBezTo>
                      <a:cubicBezTo>
                        <a:pt x="82391" y="119253"/>
                        <a:pt x="73723" y="116586"/>
                        <a:pt x="62865" y="113633"/>
                      </a:cubicBezTo>
                      <a:cubicBezTo>
                        <a:pt x="49435" y="110109"/>
                        <a:pt x="38671" y="106585"/>
                        <a:pt x="30575" y="103156"/>
                      </a:cubicBezTo>
                      <a:cubicBezTo>
                        <a:pt x="22479" y="99631"/>
                        <a:pt x="15621" y="94202"/>
                        <a:pt x="9811" y="86678"/>
                      </a:cubicBezTo>
                      <a:cubicBezTo>
                        <a:pt x="4096" y="79153"/>
                        <a:pt x="1238" y="69152"/>
                        <a:pt x="1238" y="56483"/>
                      </a:cubicBezTo>
                      <a:cubicBezTo>
                        <a:pt x="1238" y="45339"/>
                        <a:pt x="4096" y="35528"/>
                        <a:pt x="9715" y="26956"/>
                      </a:cubicBezTo>
                      <a:cubicBezTo>
                        <a:pt x="15335" y="18383"/>
                        <a:pt x="23336" y="11716"/>
                        <a:pt x="33528" y="7048"/>
                      </a:cubicBezTo>
                      <a:cubicBezTo>
                        <a:pt x="43720" y="2381"/>
                        <a:pt x="55435" y="0"/>
                        <a:pt x="68771" y="0"/>
                      </a:cubicBezTo>
                      <a:cubicBezTo>
                        <a:pt x="87821" y="0"/>
                        <a:pt x="103537" y="4763"/>
                        <a:pt x="115633" y="14288"/>
                      </a:cubicBezTo>
                      <a:cubicBezTo>
                        <a:pt x="127730" y="23813"/>
                        <a:pt x="134684" y="36481"/>
                        <a:pt x="136207" y="52292"/>
                      </a:cubicBezTo>
                      <a:lnTo>
                        <a:pt x="106966" y="52292"/>
                      </a:lnTo>
                      <a:cubicBezTo>
                        <a:pt x="106013" y="44482"/>
                        <a:pt x="101917" y="37624"/>
                        <a:pt x="94678" y="31718"/>
                      </a:cubicBezTo>
                      <a:cubicBezTo>
                        <a:pt x="87439" y="25813"/>
                        <a:pt x="77914" y="22765"/>
                        <a:pt x="66008" y="22765"/>
                      </a:cubicBezTo>
                      <a:cubicBezTo>
                        <a:pt x="54864" y="22765"/>
                        <a:pt x="45815" y="25622"/>
                        <a:pt x="38862" y="31337"/>
                      </a:cubicBezTo>
                      <a:cubicBezTo>
                        <a:pt x="31813" y="37052"/>
                        <a:pt x="28384" y="45148"/>
                        <a:pt x="28384" y="55436"/>
                      </a:cubicBezTo>
                      <a:cubicBezTo>
                        <a:pt x="28384" y="62865"/>
                        <a:pt x="30480" y="68866"/>
                        <a:pt x="34671" y="73533"/>
                      </a:cubicBezTo>
                      <a:cubicBezTo>
                        <a:pt x="38862" y="78200"/>
                        <a:pt x="44005" y="81724"/>
                        <a:pt x="50197" y="84201"/>
                      </a:cubicBezTo>
                      <a:cubicBezTo>
                        <a:pt x="56293" y="86678"/>
                        <a:pt x="64960" y="89440"/>
                        <a:pt x="76105" y="92488"/>
                      </a:cubicBezTo>
                      <a:cubicBezTo>
                        <a:pt x="89535" y="96203"/>
                        <a:pt x="100298" y="99822"/>
                        <a:pt x="108490" y="103441"/>
                      </a:cubicBezTo>
                      <a:cubicBezTo>
                        <a:pt x="116681" y="107061"/>
                        <a:pt x="123634" y="112586"/>
                        <a:pt x="129540" y="120110"/>
                      </a:cubicBezTo>
                      <a:cubicBezTo>
                        <a:pt x="135350" y="127635"/>
                        <a:pt x="138303" y="137827"/>
                        <a:pt x="138303" y="150590"/>
                      </a:cubicBezTo>
                      <a:cubicBezTo>
                        <a:pt x="138303" y="160496"/>
                        <a:pt x="135636" y="169926"/>
                        <a:pt x="130397" y="178689"/>
                      </a:cubicBezTo>
                      <a:cubicBezTo>
                        <a:pt x="125158" y="187452"/>
                        <a:pt x="117348" y="194596"/>
                        <a:pt x="107061" y="200025"/>
                      </a:cubicBezTo>
                      <a:cubicBezTo>
                        <a:pt x="96774" y="205454"/>
                        <a:pt x="84582" y="208217"/>
                        <a:pt x="70580" y="208217"/>
                      </a:cubicBezTo>
                      <a:cubicBezTo>
                        <a:pt x="56578" y="208217"/>
                        <a:pt x="45148" y="205835"/>
                        <a:pt x="34480" y="201073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1072CE1-61A3-6B66-DE99-BE3A6499125F}"/>
                    </a:ext>
                  </a:extLst>
                </p:cNvPr>
                <p:cNvSpPr/>
                <p:nvPr/>
              </p:nvSpPr>
              <p:spPr>
                <a:xfrm>
                  <a:off x="4782121" y="5677281"/>
                  <a:ext cx="161829" cy="165354"/>
                </a:xfrm>
                <a:custGeom>
                  <a:avLst/>
                  <a:gdLst>
                    <a:gd name="csX0" fmla="*/ 39053 w 161829"/>
                    <a:gd name="csY0" fmla="*/ 155162 h 165354"/>
                    <a:gd name="csX1" fmla="*/ 10382 w 161829"/>
                    <a:gd name="csY1" fmla="*/ 126111 h 165354"/>
                    <a:gd name="csX2" fmla="*/ 0 w 161829"/>
                    <a:gd name="csY2" fmla="*/ 82391 h 165354"/>
                    <a:gd name="csX3" fmla="*/ 10668 w 161829"/>
                    <a:gd name="csY3" fmla="*/ 39053 h 165354"/>
                    <a:gd name="csX4" fmla="*/ 39719 w 161829"/>
                    <a:gd name="csY4" fmla="*/ 10096 h 165354"/>
                    <a:gd name="csX5" fmla="*/ 80867 w 161829"/>
                    <a:gd name="csY5" fmla="*/ 0 h 165354"/>
                    <a:gd name="csX6" fmla="*/ 122111 w 161829"/>
                    <a:gd name="csY6" fmla="*/ 10096 h 165354"/>
                    <a:gd name="csX7" fmla="*/ 151162 w 161829"/>
                    <a:gd name="csY7" fmla="*/ 38862 h 165354"/>
                    <a:gd name="csX8" fmla="*/ 161830 w 161829"/>
                    <a:gd name="csY8" fmla="*/ 82391 h 165354"/>
                    <a:gd name="csX9" fmla="*/ 150876 w 161829"/>
                    <a:gd name="csY9" fmla="*/ 126111 h 165354"/>
                    <a:gd name="csX10" fmla="*/ 121253 w 161829"/>
                    <a:gd name="csY10" fmla="*/ 155162 h 165354"/>
                    <a:gd name="csX11" fmla="*/ 79724 w 161829"/>
                    <a:gd name="csY11" fmla="*/ 165354 h 165354"/>
                    <a:gd name="csX12" fmla="*/ 38957 w 161829"/>
                    <a:gd name="csY12" fmla="*/ 155162 h 165354"/>
                    <a:gd name="csX13" fmla="*/ 106680 w 161829"/>
                    <a:gd name="csY13" fmla="*/ 135255 h 165354"/>
                    <a:gd name="csX14" fmla="*/ 126968 w 161829"/>
                    <a:gd name="csY14" fmla="*/ 115062 h 165354"/>
                    <a:gd name="csX15" fmla="*/ 134684 w 161829"/>
                    <a:gd name="csY15" fmla="*/ 82296 h 165354"/>
                    <a:gd name="csX16" fmla="*/ 127063 w 161829"/>
                    <a:gd name="csY16" fmla="*/ 49625 h 165354"/>
                    <a:gd name="csX17" fmla="*/ 107156 w 161829"/>
                    <a:gd name="csY17" fmla="*/ 29623 h 165354"/>
                    <a:gd name="csX18" fmla="*/ 80582 w 161829"/>
                    <a:gd name="csY18" fmla="*/ 23050 h 165354"/>
                    <a:gd name="csX19" fmla="*/ 53816 w 161829"/>
                    <a:gd name="csY19" fmla="*/ 29623 h 165354"/>
                    <a:gd name="csX20" fmla="*/ 34385 w 161829"/>
                    <a:gd name="csY20" fmla="*/ 49625 h 165354"/>
                    <a:gd name="csX21" fmla="*/ 27051 w 161829"/>
                    <a:gd name="csY21" fmla="*/ 82296 h 165354"/>
                    <a:gd name="csX22" fmla="*/ 34195 w 161829"/>
                    <a:gd name="csY22" fmla="*/ 115348 h 165354"/>
                    <a:gd name="csX23" fmla="*/ 53340 w 161829"/>
                    <a:gd name="csY23" fmla="*/ 135350 h 165354"/>
                    <a:gd name="csX24" fmla="*/ 79629 w 161829"/>
                    <a:gd name="csY24" fmla="*/ 141922 h 165354"/>
                    <a:gd name="csX25" fmla="*/ 106489 w 161829"/>
                    <a:gd name="csY25" fmla="*/ 135160 h 1653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61829" h="165354">
                      <a:moveTo>
                        <a:pt x="39053" y="155162"/>
                      </a:moveTo>
                      <a:cubicBezTo>
                        <a:pt x="26861" y="148304"/>
                        <a:pt x="17336" y="138684"/>
                        <a:pt x="10382" y="126111"/>
                      </a:cubicBezTo>
                      <a:cubicBezTo>
                        <a:pt x="3429" y="113538"/>
                        <a:pt x="0" y="98965"/>
                        <a:pt x="0" y="82391"/>
                      </a:cubicBezTo>
                      <a:cubicBezTo>
                        <a:pt x="0" y="65818"/>
                        <a:pt x="3524" y="51530"/>
                        <a:pt x="10668" y="39053"/>
                      </a:cubicBezTo>
                      <a:cubicBezTo>
                        <a:pt x="17812" y="26479"/>
                        <a:pt x="27432" y="16859"/>
                        <a:pt x="39719" y="10096"/>
                      </a:cubicBezTo>
                      <a:cubicBezTo>
                        <a:pt x="52007" y="3334"/>
                        <a:pt x="65723" y="0"/>
                        <a:pt x="80867" y="0"/>
                      </a:cubicBezTo>
                      <a:cubicBezTo>
                        <a:pt x="96012" y="0"/>
                        <a:pt x="109823" y="3334"/>
                        <a:pt x="122111" y="10096"/>
                      </a:cubicBezTo>
                      <a:cubicBezTo>
                        <a:pt x="134398" y="16859"/>
                        <a:pt x="144113" y="26384"/>
                        <a:pt x="151162" y="38862"/>
                      </a:cubicBezTo>
                      <a:cubicBezTo>
                        <a:pt x="158305" y="51340"/>
                        <a:pt x="161830" y="65818"/>
                        <a:pt x="161830" y="82391"/>
                      </a:cubicBezTo>
                      <a:cubicBezTo>
                        <a:pt x="161830" y="98965"/>
                        <a:pt x="158210" y="113538"/>
                        <a:pt x="150876" y="126111"/>
                      </a:cubicBezTo>
                      <a:cubicBezTo>
                        <a:pt x="143542" y="138684"/>
                        <a:pt x="133731" y="148399"/>
                        <a:pt x="121253" y="155162"/>
                      </a:cubicBezTo>
                      <a:cubicBezTo>
                        <a:pt x="108776" y="161925"/>
                        <a:pt x="94964" y="165354"/>
                        <a:pt x="79724" y="165354"/>
                      </a:cubicBezTo>
                      <a:cubicBezTo>
                        <a:pt x="64484" y="165354"/>
                        <a:pt x="51149" y="161925"/>
                        <a:pt x="38957" y="155162"/>
                      </a:cubicBezTo>
                      <a:close/>
                      <a:moveTo>
                        <a:pt x="106680" y="135255"/>
                      </a:moveTo>
                      <a:cubicBezTo>
                        <a:pt x="115062" y="130778"/>
                        <a:pt x="121825" y="124015"/>
                        <a:pt x="126968" y="115062"/>
                      </a:cubicBezTo>
                      <a:cubicBezTo>
                        <a:pt x="132112" y="106108"/>
                        <a:pt x="134684" y="95155"/>
                        <a:pt x="134684" y="82296"/>
                      </a:cubicBezTo>
                      <a:cubicBezTo>
                        <a:pt x="134684" y="69437"/>
                        <a:pt x="132112" y="58579"/>
                        <a:pt x="127063" y="49625"/>
                      </a:cubicBezTo>
                      <a:cubicBezTo>
                        <a:pt x="122015" y="40672"/>
                        <a:pt x="115348" y="34004"/>
                        <a:pt x="107156" y="29623"/>
                      </a:cubicBezTo>
                      <a:cubicBezTo>
                        <a:pt x="98965" y="25241"/>
                        <a:pt x="90106" y="23050"/>
                        <a:pt x="80582" y="23050"/>
                      </a:cubicBezTo>
                      <a:cubicBezTo>
                        <a:pt x="71057" y="23050"/>
                        <a:pt x="61913" y="25241"/>
                        <a:pt x="53816" y="29623"/>
                      </a:cubicBezTo>
                      <a:cubicBezTo>
                        <a:pt x="45720" y="34004"/>
                        <a:pt x="39243" y="40672"/>
                        <a:pt x="34385" y="49625"/>
                      </a:cubicBezTo>
                      <a:cubicBezTo>
                        <a:pt x="29528" y="58579"/>
                        <a:pt x="27051" y="69532"/>
                        <a:pt x="27051" y="82296"/>
                      </a:cubicBezTo>
                      <a:cubicBezTo>
                        <a:pt x="27051" y="95059"/>
                        <a:pt x="29432" y="106394"/>
                        <a:pt x="34195" y="115348"/>
                      </a:cubicBezTo>
                      <a:cubicBezTo>
                        <a:pt x="38957" y="124301"/>
                        <a:pt x="45339" y="130969"/>
                        <a:pt x="53340" y="135350"/>
                      </a:cubicBezTo>
                      <a:cubicBezTo>
                        <a:pt x="61341" y="139732"/>
                        <a:pt x="70104" y="141922"/>
                        <a:pt x="79629" y="141922"/>
                      </a:cubicBezTo>
                      <a:cubicBezTo>
                        <a:pt x="89154" y="141922"/>
                        <a:pt x="98107" y="139637"/>
                        <a:pt x="106489" y="135160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F0CC3F1-2F1E-86EA-5302-DBD41DFAA8E2}"/>
                    </a:ext>
                  </a:extLst>
                </p:cNvPr>
                <p:cNvSpPr/>
                <p:nvPr/>
              </p:nvSpPr>
              <p:spPr>
                <a:xfrm>
                  <a:off x="4963286" y="5616797"/>
                  <a:ext cx="81057" cy="223266"/>
                </a:xfrm>
                <a:custGeom>
                  <a:avLst/>
                  <a:gdLst>
                    <a:gd name="csX0" fmla="*/ 80963 w 81057"/>
                    <a:gd name="csY0" fmla="*/ 85058 h 223266"/>
                    <a:gd name="csX1" fmla="*/ 47339 w 81057"/>
                    <a:gd name="csY1" fmla="*/ 85058 h 223266"/>
                    <a:gd name="csX2" fmla="*/ 47339 w 81057"/>
                    <a:gd name="csY2" fmla="*/ 223266 h 223266"/>
                    <a:gd name="csX3" fmla="*/ 20765 w 81057"/>
                    <a:gd name="csY3" fmla="*/ 223266 h 223266"/>
                    <a:gd name="csX4" fmla="*/ 20765 w 81057"/>
                    <a:gd name="csY4" fmla="*/ 85058 h 223266"/>
                    <a:gd name="csX5" fmla="*/ 0 w 81057"/>
                    <a:gd name="csY5" fmla="*/ 85058 h 223266"/>
                    <a:gd name="csX6" fmla="*/ 0 w 81057"/>
                    <a:gd name="csY6" fmla="*/ 63151 h 223266"/>
                    <a:gd name="csX7" fmla="*/ 20765 w 81057"/>
                    <a:gd name="csY7" fmla="*/ 63151 h 223266"/>
                    <a:gd name="csX8" fmla="*/ 20765 w 81057"/>
                    <a:gd name="csY8" fmla="*/ 51721 h 223266"/>
                    <a:gd name="csX9" fmla="*/ 34671 w 81057"/>
                    <a:gd name="csY9" fmla="*/ 12382 h 223266"/>
                    <a:gd name="csX10" fmla="*/ 79248 w 81057"/>
                    <a:gd name="csY10" fmla="*/ 0 h 223266"/>
                    <a:gd name="csX11" fmla="*/ 79248 w 81057"/>
                    <a:gd name="csY11" fmla="*/ 22193 h 223266"/>
                    <a:gd name="csX12" fmla="*/ 54578 w 81057"/>
                    <a:gd name="csY12" fmla="*/ 29051 h 223266"/>
                    <a:gd name="csX13" fmla="*/ 47435 w 81057"/>
                    <a:gd name="csY13" fmla="*/ 51721 h 223266"/>
                    <a:gd name="csX14" fmla="*/ 47435 w 81057"/>
                    <a:gd name="csY14" fmla="*/ 63151 h 223266"/>
                    <a:gd name="csX15" fmla="*/ 81058 w 81057"/>
                    <a:gd name="csY15" fmla="*/ 63151 h 223266"/>
                    <a:gd name="csX16" fmla="*/ 81058 w 81057"/>
                    <a:gd name="csY16" fmla="*/ 85058 h 2232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81057" h="223266">
                      <a:moveTo>
                        <a:pt x="80963" y="85058"/>
                      </a:moveTo>
                      <a:lnTo>
                        <a:pt x="47339" y="85058"/>
                      </a:lnTo>
                      <a:lnTo>
                        <a:pt x="47339" y="223266"/>
                      </a:lnTo>
                      <a:lnTo>
                        <a:pt x="20765" y="223266"/>
                      </a:lnTo>
                      <a:lnTo>
                        <a:pt x="20765" y="85058"/>
                      </a:lnTo>
                      <a:lnTo>
                        <a:pt x="0" y="85058"/>
                      </a:lnTo>
                      <a:lnTo>
                        <a:pt x="0" y="63151"/>
                      </a:lnTo>
                      <a:lnTo>
                        <a:pt x="20765" y="63151"/>
                      </a:lnTo>
                      <a:lnTo>
                        <a:pt x="20765" y="51721"/>
                      </a:lnTo>
                      <a:cubicBezTo>
                        <a:pt x="20765" y="33814"/>
                        <a:pt x="25337" y="20669"/>
                        <a:pt x="34671" y="12382"/>
                      </a:cubicBezTo>
                      <a:cubicBezTo>
                        <a:pt x="43910" y="4096"/>
                        <a:pt x="58769" y="0"/>
                        <a:pt x="79248" y="0"/>
                      </a:cubicBezTo>
                      <a:lnTo>
                        <a:pt x="79248" y="22193"/>
                      </a:lnTo>
                      <a:cubicBezTo>
                        <a:pt x="67533" y="22193"/>
                        <a:pt x="59341" y="24479"/>
                        <a:pt x="54578" y="29051"/>
                      </a:cubicBezTo>
                      <a:cubicBezTo>
                        <a:pt x="49816" y="33623"/>
                        <a:pt x="47435" y="41148"/>
                        <a:pt x="47435" y="51721"/>
                      </a:cubicBezTo>
                      <a:lnTo>
                        <a:pt x="47435" y="63151"/>
                      </a:lnTo>
                      <a:lnTo>
                        <a:pt x="81058" y="63151"/>
                      </a:lnTo>
                      <a:lnTo>
                        <a:pt x="81058" y="85058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44A20A85-F143-C63E-C4C7-D22C8FBF47AE}"/>
                    </a:ext>
                  </a:extLst>
                </p:cNvPr>
                <p:cNvSpPr/>
                <p:nvPr/>
              </p:nvSpPr>
              <p:spPr>
                <a:xfrm>
                  <a:off x="5060251" y="5639657"/>
                  <a:ext cx="89249" cy="200406"/>
                </a:xfrm>
                <a:custGeom>
                  <a:avLst/>
                  <a:gdLst>
                    <a:gd name="csX0" fmla="*/ 47434 w 89249"/>
                    <a:gd name="csY0" fmla="*/ 62198 h 200406"/>
                    <a:gd name="csX1" fmla="*/ 47434 w 89249"/>
                    <a:gd name="csY1" fmla="*/ 156591 h 200406"/>
                    <a:gd name="csX2" fmla="*/ 52388 w 89249"/>
                    <a:gd name="csY2" fmla="*/ 173069 h 200406"/>
                    <a:gd name="csX3" fmla="*/ 69628 w 89249"/>
                    <a:gd name="csY3" fmla="*/ 177927 h 200406"/>
                    <a:gd name="csX4" fmla="*/ 89249 w 89249"/>
                    <a:gd name="csY4" fmla="*/ 177927 h 200406"/>
                    <a:gd name="csX5" fmla="*/ 89249 w 89249"/>
                    <a:gd name="csY5" fmla="*/ 200406 h 200406"/>
                    <a:gd name="csX6" fmla="*/ 65246 w 89249"/>
                    <a:gd name="csY6" fmla="*/ 200406 h 200406"/>
                    <a:gd name="csX7" fmla="*/ 31909 w 89249"/>
                    <a:gd name="csY7" fmla="*/ 190214 h 200406"/>
                    <a:gd name="csX8" fmla="*/ 20764 w 89249"/>
                    <a:gd name="csY8" fmla="*/ 156591 h 200406"/>
                    <a:gd name="csX9" fmla="*/ 20764 w 89249"/>
                    <a:gd name="csY9" fmla="*/ 62198 h 200406"/>
                    <a:gd name="csX10" fmla="*/ 0 w 89249"/>
                    <a:gd name="csY10" fmla="*/ 62198 h 200406"/>
                    <a:gd name="csX11" fmla="*/ 0 w 89249"/>
                    <a:gd name="csY11" fmla="*/ 40291 h 200406"/>
                    <a:gd name="csX12" fmla="*/ 20764 w 89249"/>
                    <a:gd name="csY12" fmla="*/ 40291 h 200406"/>
                    <a:gd name="csX13" fmla="*/ 20764 w 89249"/>
                    <a:gd name="csY13" fmla="*/ 0 h 200406"/>
                    <a:gd name="csX14" fmla="*/ 47339 w 89249"/>
                    <a:gd name="csY14" fmla="*/ 0 h 200406"/>
                    <a:gd name="csX15" fmla="*/ 47339 w 89249"/>
                    <a:gd name="csY15" fmla="*/ 40291 h 200406"/>
                    <a:gd name="csX16" fmla="*/ 89154 w 89249"/>
                    <a:gd name="csY16" fmla="*/ 40291 h 200406"/>
                    <a:gd name="csX17" fmla="*/ 89154 w 89249"/>
                    <a:gd name="csY17" fmla="*/ 62198 h 200406"/>
                    <a:gd name="csX18" fmla="*/ 47339 w 89249"/>
                    <a:gd name="csY18" fmla="*/ 62198 h 2004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89249" h="200406">
                      <a:moveTo>
                        <a:pt x="47434" y="62198"/>
                      </a:moveTo>
                      <a:lnTo>
                        <a:pt x="47434" y="156591"/>
                      </a:lnTo>
                      <a:cubicBezTo>
                        <a:pt x="47434" y="164402"/>
                        <a:pt x="49054" y="169926"/>
                        <a:pt x="52388" y="173069"/>
                      </a:cubicBezTo>
                      <a:cubicBezTo>
                        <a:pt x="55721" y="176308"/>
                        <a:pt x="61436" y="177927"/>
                        <a:pt x="69628" y="177927"/>
                      </a:cubicBezTo>
                      <a:lnTo>
                        <a:pt x="89249" y="177927"/>
                      </a:lnTo>
                      <a:lnTo>
                        <a:pt x="89249" y="200406"/>
                      </a:lnTo>
                      <a:lnTo>
                        <a:pt x="65246" y="200406"/>
                      </a:lnTo>
                      <a:cubicBezTo>
                        <a:pt x="50482" y="200406"/>
                        <a:pt x="39338" y="196977"/>
                        <a:pt x="31909" y="190214"/>
                      </a:cubicBezTo>
                      <a:cubicBezTo>
                        <a:pt x="24479" y="183357"/>
                        <a:pt x="20764" y="172212"/>
                        <a:pt x="20764" y="156591"/>
                      </a:cubicBezTo>
                      <a:lnTo>
                        <a:pt x="20764" y="62198"/>
                      </a:lnTo>
                      <a:lnTo>
                        <a:pt x="0" y="62198"/>
                      </a:lnTo>
                      <a:lnTo>
                        <a:pt x="0" y="40291"/>
                      </a:lnTo>
                      <a:lnTo>
                        <a:pt x="20764" y="40291"/>
                      </a:lnTo>
                      <a:lnTo>
                        <a:pt x="20764" y="0"/>
                      </a:lnTo>
                      <a:lnTo>
                        <a:pt x="47339" y="0"/>
                      </a:lnTo>
                      <a:lnTo>
                        <a:pt x="47339" y="40291"/>
                      </a:lnTo>
                      <a:lnTo>
                        <a:pt x="89154" y="40291"/>
                      </a:lnTo>
                      <a:lnTo>
                        <a:pt x="89154" y="62198"/>
                      </a:lnTo>
                      <a:lnTo>
                        <a:pt x="47339" y="62198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3B4DAC5-6CAD-AD9A-2A8F-D1E8E68557ED}"/>
                    </a:ext>
                  </a:extLst>
                </p:cNvPr>
                <p:cNvSpPr/>
                <p:nvPr/>
              </p:nvSpPr>
              <p:spPr>
                <a:xfrm>
                  <a:off x="5162645" y="5679948"/>
                  <a:ext cx="232219" cy="160115"/>
                </a:xfrm>
                <a:custGeom>
                  <a:avLst/>
                  <a:gdLst>
                    <a:gd name="csX0" fmla="*/ 232220 w 232219"/>
                    <a:gd name="csY0" fmla="*/ 0 h 160115"/>
                    <a:gd name="csX1" fmla="*/ 182213 w 232219"/>
                    <a:gd name="csY1" fmla="*/ 160115 h 160115"/>
                    <a:gd name="csX2" fmla="*/ 154781 w 232219"/>
                    <a:gd name="csY2" fmla="*/ 160115 h 160115"/>
                    <a:gd name="csX3" fmla="*/ 116205 w 232219"/>
                    <a:gd name="csY3" fmla="*/ 33052 h 160115"/>
                    <a:gd name="csX4" fmla="*/ 77629 w 232219"/>
                    <a:gd name="csY4" fmla="*/ 160115 h 160115"/>
                    <a:gd name="csX5" fmla="*/ 50197 w 232219"/>
                    <a:gd name="csY5" fmla="*/ 160115 h 160115"/>
                    <a:gd name="csX6" fmla="*/ 0 w 232219"/>
                    <a:gd name="csY6" fmla="*/ 0 h 160115"/>
                    <a:gd name="csX7" fmla="*/ 27146 w 232219"/>
                    <a:gd name="csY7" fmla="*/ 0 h 160115"/>
                    <a:gd name="csX8" fmla="*/ 63913 w 232219"/>
                    <a:gd name="csY8" fmla="*/ 134398 h 160115"/>
                    <a:gd name="csX9" fmla="*/ 103632 w 232219"/>
                    <a:gd name="csY9" fmla="*/ 0 h 160115"/>
                    <a:gd name="csX10" fmla="*/ 130778 w 232219"/>
                    <a:gd name="csY10" fmla="*/ 0 h 160115"/>
                    <a:gd name="csX11" fmla="*/ 169640 w 232219"/>
                    <a:gd name="csY11" fmla="*/ 134683 h 160115"/>
                    <a:gd name="csX12" fmla="*/ 205835 w 232219"/>
                    <a:gd name="csY12" fmla="*/ 0 h 160115"/>
                    <a:gd name="csX13" fmla="*/ 232124 w 232219"/>
                    <a:gd name="csY13" fmla="*/ 0 h 1601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232219" h="160115">
                      <a:moveTo>
                        <a:pt x="232220" y="0"/>
                      </a:moveTo>
                      <a:lnTo>
                        <a:pt x="182213" y="160115"/>
                      </a:lnTo>
                      <a:lnTo>
                        <a:pt x="154781" y="160115"/>
                      </a:lnTo>
                      <a:lnTo>
                        <a:pt x="116205" y="33052"/>
                      </a:lnTo>
                      <a:lnTo>
                        <a:pt x="77629" y="160115"/>
                      </a:lnTo>
                      <a:lnTo>
                        <a:pt x="50197" y="160115"/>
                      </a:lnTo>
                      <a:lnTo>
                        <a:pt x="0" y="0"/>
                      </a:lnTo>
                      <a:lnTo>
                        <a:pt x="27146" y="0"/>
                      </a:lnTo>
                      <a:lnTo>
                        <a:pt x="63913" y="134398"/>
                      </a:lnTo>
                      <a:lnTo>
                        <a:pt x="103632" y="0"/>
                      </a:lnTo>
                      <a:lnTo>
                        <a:pt x="130778" y="0"/>
                      </a:lnTo>
                      <a:lnTo>
                        <a:pt x="169640" y="134683"/>
                      </a:lnTo>
                      <a:lnTo>
                        <a:pt x="205835" y="0"/>
                      </a:lnTo>
                      <a:lnTo>
                        <a:pt x="232124" y="0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2FD831C-23C1-47FD-A44D-80EF8EEF01FD}"/>
                    </a:ext>
                  </a:extLst>
                </p:cNvPr>
                <p:cNvSpPr/>
                <p:nvPr/>
              </p:nvSpPr>
              <p:spPr>
                <a:xfrm>
                  <a:off x="5411152" y="5677376"/>
                  <a:ext cx="162401" cy="165353"/>
                </a:xfrm>
                <a:custGeom>
                  <a:avLst/>
                  <a:gdLst>
                    <a:gd name="csX0" fmla="*/ 10001 w 162401"/>
                    <a:gd name="csY0" fmla="*/ 38958 h 165353"/>
                    <a:gd name="csX1" fmla="*/ 37338 w 162401"/>
                    <a:gd name="csY1" fmla="*/ 10192 h 165353"/>
                    <a:gd name="csX2" fmla="*/ 76009 w 162401"/>
                    <a:gd name="csY2" fmla="*/ 0 h 165353"/>
                    <a:gd name="csX3" fmla="*/ 112490 w 162401"/>
                    <a:gd name="csY3" fmla="*/ 9049 h 165353"/>
                    <a:gd name="csX4" fmla="*/ 135541 w 162401"/>
                    <a:gd name="csY4" fmla="*/ 31814 h 165353"/>
                    <a:gd name="csX5" fmla="*/ 135541 w 162401"/>
                    <a:gd name="csY5" fmla="*/ 2572 h 165353"/>
                    <a:gd name="csX6" fmla="*/ 162401 w 162401"/>
                    <a:gd name="csY6" fmla="*/ 2572 h 165353"/>
                    <a:gd name="csX7" fmla="*/ 162401 w 162401"/>
                    <a:gd name="csY7" fmla="*/ 162687 h 165353"/>
                    <a:gd name="csX8" fmla="*/ 135541 w 162401"/>
                    <a:gd name="csY8" fmla="*/ 162687 h 165353"/>
                    <a:gd name="csX9" fmla="*/ 135541 w 162401"/>
                    <a:gd name="csY9" fmla="*/ 132874 h 165353"/>
                    <a:gd name="csX10" fmla="*/ 112014 w 162401"/>
                    <a:gd name="csY10" fmla="*/ 156115 h 165353"/>
                    <a:gd name="csX11" fmla="*/ 75629 w 162401"/>
                    <a:gd name="csY11" fmla="*/ 165354 h 165353"/>
                    <a:gd name="csX12" fmla="*/ 37052 w 162401"/>
                    <a:gd name="csY12" fmla="*/ 154877 h 165353"/>
                    <a:gd name="csX13" fmla="*/ 9906 w 162401"/>
                    <a:gd name="csY13" fmla="*/ 125349 h 165353"/>
                    <a:gd name="csX14" fmla="*/ 0 w 162401"/>
                    <a:gd name="csY14" fmla="*/ 82106 h 165353"/>
                    <a:gd name="csX15" fmla="*/ 9906 w 162401"/>
                    <a:gd name="csY15" fmla="*/ 39053 h 165353"/>
                    <a:gd name="csX16" fmla="*/ 128397 w 162401"/>
                    <a:gd name="csY16" fmla="*/ 50768 h 165353"/>
                    <a:gd name="csX17" fmla="*/ 108680 w 162401"/>
                    <a:gd name="csY17" fmla="*/ 30194 h 165353"/>
                    <a:gd name="csX18" fmla="*/ 81344 w 162401"/>
                    <a:gd name="csY18" fmla="*/ 23051 h 165353"/>
                    <a:gd name="csX19" fmla="*/ 54197 w 162401"/>
                    <a:gd name="csY19" fmla="*/ 30099 h 165353"/>
                    <a:gd name="csX20" fmla="*/ 34576 w 162401"/>
                    <a:gd name="csY20" fmla="*/ 50578 h 165353"/>
                    <a:gd name="csX21" fmla="*/ 27241 w 162401"/>
                    <a:gd name="csY21" fmla="*/ 82106 h 165353"/>
                    <a:gd name="csX22" fmla="*/ 34576 w 162401"/>
                    <a:gd name="csY22" fmla="*/ 114110 h 165353"/>
                    <a:gd name="csX23" fmla="*/ 54197 w 162401"/>
                    <a:gd name="csY23" fmla="*/ 134874 h 165353"/>
                    <a:gd name="csX24" fmla="*/ 81344 w 162401"/>
                    <a:gd name="csY24" fmla="*/ 142018 h 165353"/>
                    <a:gd name="csX25" fmla="*/ 108680 w 162401"/>
                    <a:gd name="csY25" fmla="*/ 134874 h 165353"/>
                    <a:gd name="csX26" fmla="*/ 128397 w 162401"/>
                    <a:gd name="csY26" fmla="*/ 114110 h 165353"/>
                    <a:gd name="csX27" fmla="*/ 135731 w 162401"/>
                    <a:gd name="csY27" fmla="*/ 82391 h 165353"/>
                    <a:gd name="csX28" fmla="*/ 128397 w 162401"/>
                    <a:gd name="csY28" fmla="*/ 50864 h 16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162401" h="165353">
                      <a:moveTo>
                        <a:pt x="10001" y="38958"/>
                      </a:moveTo>
                      <a:cubicBezTo>
                        <a:pt x="16669" y="26575"/>
                        <a:pt x="25717" y="16954"/>
                        <a:pt x="37338" y="10192"/>
                      </a:cubicBezTo>
                      <a:cubicBezTo>
                        <a:pt x="48958" y="3429"/>
                        <a:pt x="61817" y="0"/>
                        <a:pt x="76009" y="0"/>
                      </a:cubicBezTo>
                      <a:cubicBezTo>
                        <a:pt x="90202" y="0"/>
                        <a:pt x="102203" y="3048"/>
                        <a:pt x="112490" y="9049"/>
                      </a:cubicBezTo>
                      <a:cubicBezTo>
                        <a:pt x="122777" y="15050"/>
                        <a:pt x="130492" y="22670"/>
                        <a:pt x="135541" y="31814"/>
                      </a:cubicBezTo>
                      <a:lnTo>
                        <a:pt x="135541" y="2572"/>
                      </a:lnTo>
                      <a:lnTo>
                        <a:pt x="162401" y="2572"/>
                      </a:lnTo>
                      <a:lnTo>
                        <a:pt x="162401" y="162687"/>
                      </a:lnTo>
                      <a:lnTo>
                        <a:pt x="135541" y="162687"/>
                      </a:lnTo>
                      <a:lnTo>
                        <a:pt x="135541" y="132874"/>
                      </a:lnTo>
                      <a:cubicBezTo>
                        <a:pt x="130302" y="142208"/>
                        <a:pt x="122491" y="149923"/>
                        <a:pt x="112014" y="156115"/>
                      </a:cubicBezTo>
                      <a:cubicBezTo>
                        <a:pt x="101632" y="162211"/>
                        <a:pt x="89440" y="165354"/>
                        <a:pt x="75629" y="165354"/>
                      </a:cubicBezTo>
                      <a:cubicBezTo>
                        <a:pt x="61817" y="165354"/>
                        <a:pt x="48578" y="161830"/>
                        <a:pt x="37052" y="154877"/>
                      </a:cubicBezTo>
                      <a:cubicBezTo>
                        <a:pt x="25527" y="147828"/>
                        <a:pt x="16478" y="138017"/>
                        <a:pt x="9906" y="125349"/>
                      </a:cubicBezTo>
                      <a:cubicBezTo>
                        <a:pt x="3334" y="112681"/>
                        <a:pt x="0" y="98298"/>
                        <a:pt x="0" y="82106"/>
                      </a:cubicBezTo>
                      <a:cubicBezTo>
                        <a:pt x="0" y="65913"/>
                        <a:pt x="3334" y="51340"/>
                        <a:pt x="9906" y="39053"/>
                      </a:cubicBezTo>
                      <a:close/>
                      <a:moveTo>
                        <a:pt x="128397" y="50768"/>
                      </a:moveTo>
                      <a:cubicBezTo>
                        <a:pt x="123539" y="41815"/>
                        <a:pt x="116967" y="34957"/>
                        <a:pt x="108680" y="30194"/>
                      </a:cubicBezTo>
                      <a:cubicBezTo>
                        <a:pt x="100394" y="25432"/>
                        <a:pt x="91345" y="23051"/>
                        <a:pt x="81344" y="23051"/>
                      </a:cubicBezTo>
                      <a:cubicBezTo>
                        <a:pt x="71342" y="23051"/>
                        <a:pt x="62389" y="25337"/>
                        <a:pt x="54197" y="30099"/>
                      </a:cubicBezTo>
                      <a:cubicBezTo>
                        <a:pt x="46006" y="34766"/>
                        <a:pt x="39433" y="41624"/>
                        <a:pt x="34576" y="50578"/>
                      </a:cubicBezTo>
                      <a:cubicBezTo>
                        <a:pt x="29718" y="59531"/>
                        <a:pt x="27241" y="70104"/>
                        <a:pt x="27241" y="82106"/>
                      </a:cubicBezTo>
                      <a:cubicBezTo>
                        <a:pt x="27241" y="94107"/>
                        <a:pt x="29718" y="105061"/>
                        <a:pt x="34576" y="114110"/>
                      </a:cubicBezTo>
                      <a:cubicBezTo>
                        <a:pt x="39433" y="123158"/>
                        <a:pt x="46006" y="130112"/>
                        <a:pt x="54197" y="134874"/>
                      </a:cubicBezTo>
                      <a:cubicBezTo>
                        <a:pt x="62389" y="139637"/>
                        <a:pt x="71438" y="142018"/>
                        <a:pt x="81344" y="142018"/>
                      </a:cubicBezTo>
                      <a:cubicBezTo>
                        <a:pt x="91249" y="142018"/>
                        <a:pt x="100394" y="139637"/>
                        <a:pt x="108680" y="134874"/>
                      </a:cubicBezTo>
                      <a:cubicBezTo>
                        <a:pt x="116967" y="130112"/>
                        <a:pt x="123539" y="123158"/>
                        <a:pt x="128397" y="114110"/>
                      </a:cubicBezTo>
                      <a:cubicBezTo>
                        <a:pt x="133255" y="105061"/>
                        <a:pt x="135731" y="94488"/>
                        <a:pt x="135731" y="82391"/>
                      </a:cubicBezTo>
                      <a:cubicBezTo>
                        <a:pt x="135731" y="70295"/>
                        <a:pt x="133255" y="59817"/>
                        <a:pt x="128397" y="50864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1767BD11-8B51-7D50-0ECE-3904AE0113B3}"/>
                    </a:ext>
                  </a:extLst>
                </p:cNvPr>
                <p:cNvSpPr/>
                <p:nvPr/>
              </p:nvSpPr>
              <p:spPr>
                <a:xfrm>
                  <a:off x="5618702" y="5676995"/>
                  <a:ext cx="78295" cy="162972"/>
                </a:xfrm>
                <a:custGeom>
                  <a:avLst/>
                  <a:gdLst>
                    <a:gd name="csX0" fmla="*/ 46577 w 78295"/>
                    <a:gd name="csY0" fmla="*/ 7620 h 162972"/>
                    <a:gd name="csX1" fmla="*/ 78295 w 78295"/>
                    <a:gd name="csY1" fmla="*/ 0 h 162972"/>
                    <a:gd name="csX2" fmla="*/ 78295 w 78295"/>
                    <a:gd name="csY2" fmla="*/ 27432 h 162972"/>
                    <a:gd name="csX3" fmla="*/ 71247 w 78295"/>
                    <a:gd name="csY3" fmla="*/ 27432 h 162972"/>
                    <a:gd name="csX4" fmla="*/ 26575 w 78295"/>
                    <a:gd name="csY4" fmla="*/ 75914 h 162972"/>
                    <a:gd name="csX5" fmla="*/ 26575 w 78295"/>
                    <a:gd name="csY5" fmla="*/ 162973 h 162972"/>
                    <a:gd name="csX6" fmla="*/ 0 w 78295"/>
                    <a:gd name="csY6" fmla="*/ 162973 h 162972"/>
                    <a:gd name="csX7" fmla="*/ 0 w 78295"/>
                    <a:gd name="csY7" fmla="*/ 2857 h 162972"/>
                    <a:gd name="csX8" fmla="*/ 26575 w 78295"/>
                    <a:gd name="csY8" fmla="*/ 2857 h 162972"/>
                    <a:gd name="csX9" fmla="*/ 26575 w 78295"/>
                    <a:gd name="csY9" fmla="*/ 28861 h 162972"/>
                    <a:gd name="csX10" fmla="*/ 46577 w 78295"/>
                    <a:gd name="csY10" fmla="*/ 7525 h 1629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78295" h="162972">
                      <a:moveTo>
                        <a:pt x="46577" y="7620"/>
                      </a:moveTo>
                      <a:cubicBezTo>
                        <a:pt x="55245" y="2572"/>
                        <a:pt x="65817" y="0"/>
                        <a:pt x="78295" y="0"/>
                      </a:cubicBezTo>
                      <a:lnTo>
                        <a:pt x="78295" y="27432"/>
                      </a:lnTo>
                      <a:lnTo>
                        <a:pt x="71247" y="27432"/>
                      </a:lnTo>
                      <a:cubicBezTo>
                        <a:pt x="41434" y="27432"/>
                        <a:pt x="26575" y="43624"/>
                        <a:pt x="26575" y="75914"/>
                      </a:cubicBezTo>
                      <a:lnTo>
                        <a:pt x="26575" y="162973"/>
                      </a:lnTo>
                      <a:lnTo>
                        <a:pt x="0" y="162973"/>
                      </a:lnTo>
                      <a:lnTo>
                        <a:pt x="0" y="2857"/>
                      </a:lnTo>
                      <a:lnTo>
                        <a:pt x="26575" y="2857"/>
                      </a:lnTo>
                      <a:lnTo>
                        <a:pt x="26575" y="28861"/>
                      </a:lnTo>
                      <a:cubicBezTo>
                        <a:pt x="31242" y="19717"/>
                        <a:pt x="37909" y="12573"/>
                        <a:pt x="46577" y="7525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63D53F09-81CB-A2F3-234E-34B6FC2A66D2}"/>
                    </a:ext>
                  </a:extLst>
                </p:cNvPr>
                <p:cNvSpPr/>
                <p:nvPr/>
              </p:nvSpPr>
              <p:spPr>
                <a:xfrm>
                  <a:off x="5717762" y="5677281"/>
                  <a:ext cx="156019" cy="165354"/>
                </a:xfrm>
                <a:custGeom>
                  <a:avLst/>
                  <a:gdLst>
                    <a:gd name="csX0" fmla="*/ 155162 w 156019"/>
                    <a:gd name="csY0" fmla="*/ 92583 h 165354"/>
                    <a:gd name="csX1" fmla="*/ 27146 w 156019"/>
                    <a:gd name="csY1" fmla="*/ 92583 h 165354"/>
                    <a:gd name="csX2" fmla="*/ 43339 w 156019"/>
                    <a:gd name="csY2" fmla="*/ 129540 h 165354"/>
                    <a:gd name="csX3" fmla="*/ 79153 w 156019"/>
                    <a:gd name="csY3" fmla="*/ 142875 h 165354"/>
                    <a:gd name="csX4" fmla="*/ 107918 w 156019"/>
                    <a:gd name="csY4" fmla="*/ 134779 h 165354"/>
                    <a:gd name="csX5" fmla="*/ 124111 w 156019"/>
                    <a:gd name="csY5" fmla="*/ 113347 h 165354"/>
                    <a:gd name="csX6" fmla="*/ 152781 w 156019"/>
                    <a:gd name="csY6" fmla="*/ 113347 h 165354"/>
                    <a:gd name="csX7" fmla="*/ 127063 w 156019"/>
                    <a:gd name="csY7" fmla="*/ 150876 h 165354"/>
                    <a:gd name="csX8" fmla="*/ 79153 w 156019"/>
                    <a:gd name="csY8" fmla="*/ 165354 h 165354"/>
                    <a:gd name="csX9" fmla="*/ 38386 w 156019"/>
                    <a:gd name="csY9" fmla="*/ 155162 h 165354"/>
                    <a:gd name="csX10" fmla="*/ 10192 w 156019"/>
                    <a:gd name="csY10" fmla="*/ 126111 h 165354"/>
                    <a:gd name="csX11" fmla="*/ 0 w 156019"/>
                    <a:gd name="csY11" fmla="*/ 82391 h 165354"/>
                    <a:gd name="csX12" fmla="*/ 9906 w 156019"/>
                    <a:gd name="csY12" fmla="*/ 38862 h 165354"/>
                    <a:gd name="csX13" fmla="*/ 37814 w 156019"/>
                    <a:gd name="csY13" fmla="*/ 10096 h 165354"/>
                    <a:gd name="csX14" fmla="*/ 79153 w 156019"/>
                    <a:gd name="csY14" fmla="*/ 0 h 165354"/>
                    <a:gd name="csX15" fmla="*/ 119443 w 156019"/>
                    <a:gd name="csY15" fmla="*/ 9906 h 165354"/>
                    <a:gd name="csX16" fmla="*/ 146495 w 156019"/>
                    <a:gd name="csY16" fmla="*/ 37243 h 165354"/>
                    <a:gd name="csX17" fmla="*/ 156020 w 156019"/>
                    <a:gd name="csY17" fmla="*/ 76581 h 165354"/>
                    <a:gd name="csX18" fmla="*/ 155162 w 156019"/>
                    <a:gd name="csY18" fmla="*/ 92678 h 165354"/>
                    <a:gd name="csX19" fmla="*/ 121825 w 156019"/>
                    <a:gd name="csY19" fmla="*/ 44863 h 165354"/>
                    <a:gd name="csX20" fmla="*/ 103537 w 156019"/>
                    <a:gd name="csY20" fmla="*/ 28194 h 165354"/>
                    <a:gd name="csX21" fmla="*/ 78010 w 156019"/>
                    <a:gd name="csY21" fmla="*/ 22479 h 165354"/>
                    <a:gd name="csX22" fmla="*/ 43624 w 156019"/>
                    <a:gd name="csY22" fmla="*/ 35338 h 165354"/>
                    <a:gd name="csX23" fmla="*/ 27432 w 156019"/>
                    <a:gd name="csY23" fmla="*/ 70961 h 165354"/>
                    <a:gd name="csX24" fmla="*/ 128492 w 156019"/>
                    <a:gd name="csY24" fmla="*/ 70961 h 165354"/>
                    <a:gd name="csX25" fmla="*/ 121729 w 156019"/>
                    <a:gd name="csY25" fmla="*/ 44863 h 1653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56019" h="165354">
                      <a:moveTo>
                        <a:pt x="155162" y="92583"/>
                      </a:moveTo>
                      <a:lnTo>
                        <a:pt x="27146" y="92583"/>
                      </a:lnTo>
                      <a:cubicBezTo>
                        <a:pt x="28099" y="108395"/>
                        <a:pt x="33528" y="120682"/>
                        <a:pt x="43339" y="129540"/>
                      </a:cubicBezTo>
                      <a:cubicBezTo>
                        <a:pt x="53149" y="138398"/>
                        <a:pt x="65151" y="142875"/>
                        <a:pt x="79153" y="142875"/>
                      </a:cubicBezTo>
                      <a:cubicBezTo>
                        <a:pt x="90678" y="142875"/>
                        <a:pt x="100203" y="140208"/>
                        <a:pt x="107918" y="134779"/>
                      </a:cubicBezTo>
                      <a:cubicBezTo>
                        <a:pt x="115633" y="129445"/>
                        <a:pt x="121063" y="122301"/>
                        <a:pt x="124111" y="113347"/>
                      </a:cubicBezTo>
                      <a:lnTo>
                        <a:pt x="152781" y="113347"/>
                      </a:lnTo>
                      <a:cubicBezTo>
                        <a:pt x="148495" y="128683"/>
                        <a:pt x="139922" y="141256"/>
                        <a:pt x="127063" y="150876"/>
                      </a:cubicBezTo>
                      <a:cubicBezTo>
                        <a:pt x="114205" y="160496"/>
                        <a:pt x="98203" y="165354"/>
                        <a:pt x="79153" y="165354"/>
                      </a:cubicBezTo>
                      <a:cubicBezTo>
                        <a:pt x="63913" y="165354"/>
                        <a:pt x="50387" y="161925"/>
                        <a:pt x="38386" y="155162"/>
                      </a:cubicBezTo>
                      <a:cubicBezTo>
                        <a:pt x="26384" y="148304"/>
                        <a:pt x="16954" y="138684"/>
                        <a:pt x="10192" y="126111"/>
                      </a:cubicBezTo>
                      <a:cubicBezTo>
                        <a:pt x="3334" y="113538"/>
                        <a:pt x="0" y="98965"/>
                        <a:pt x="0" y="82391"/>
                      </a:cubicBezTo>
                      <a:cubicBezTo>
                        <a:pt x="0" y="65818"/>
                        <a:pt x="3334" y="51340"/>
                        <a:pt x="9906" y="38862"/>
                      </a:cubicBezTo>
                      <a:cubicBezTo>
                        <a:pt x="16573" y="26384"/>
                        <a:pt x="25813" y="16859"/>
                        <a:pt x="37814" y="10096"/>
                      </a:cubicBezTo>
                      <a:cubicBezTo>
                        <a:pt x="49816" y="3334"/>
                        <a:pt x="63532" y="0"/>
                        <a:pt x="79153" y="0"/>
                      </a:cubicBezTo>
                      <a:cubicBezTo>
                        <a:pt x="94774" y="0"/>
                        <a:pt x="107823" y="3334"/>
                        <a:pt x="119443" y="9906"/>
                      </a:cubicBezTo>
                      <a:cubicBezTo>
                        <a:pt x="131064" y="16478"/>
                        <a:pt x="140113" y="25622"/>
                        <a:pt x="146495" y="37243"/>
                      </a:cubicBezTo>
                      <a:cubicBezTo>
                        <a:pt x="152781" y="48863"/>
                        <a:pt x="156020" y="61913"/>
                        <a:pt x="156020" y="76581"/>
                      </a:cubicBezTo>
                      <a:cubicBezTo>
                        <a:pt x="156020" y="81629"/>
                        <a:pt x="155734" y="87058"/>
                        <a:pt x="155162" y="92678"/>
                      </a:cubicBezTo>
                      <a:close/>
                      <a:moveTo>
                        <a:pt x="121825" y="44863"/>
                      </a:moveTo>
                      <a:cubicBezTo>
                        <a:pt x="117348" y="37529"/>
                        <a:pt x="111252" y="32004"/>
                        <a:pt x="103537" y="28194"/>
                      </a:cubicBezTo>
                      <a:cubicBezTo>
                        <a:pt x="95821" y="24384"/>
                        <a:pt x="87344" y="22479"/>
                        <a:pt x="78010" y="22479"/>
                      </a:cubicBezTo>
                      <a:cubicBezTo>
                        <a:pt x="64579" y="22479"/>
                        <a:pt x="53149" y="26765"/>
                        <a:pt x="43624" y="35338"/>
                      </a:cubicBezTo>
                      <a:cubicBezTo>
                        <a:pt x="34195" y="43910"/>
                        <a:pt x="28765" y="55816"/>
                        <a:pt x="27432" y="70961"/>
                      </a:cubicBezTo>
                      <a:lnTo>
                        <a:pt x="128492" y="70961"/>
                      </a:lnTo>
                      <a:cubicBezTo>
                        <a:pt x="128492" y="60865"/>
                        <a:pt x="126301" y="52102"/>
                        <a:pt x="121729" y="44863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4E4FFD04-AFAB-D528-088C-0668C00D06A0}"/>
                    </a:ext>
                  </a:extLst>
                </p:cNvPr>
                <p:cNvSpPr/>
                <p:nvPr/>
              </p:nvSpPr>
              <p:spPr>
                <a:xfrm>
                  <a:off x="5986843" y="5636418"/>
                  <a:ext cx="115157" cy="203644"/>
                </a:xfrm>
                <a:custGeom>
                  <a:avLst/>
                  <a:gdLst>
                    <a:gd name="csX0" fmla="*/ 115157 w 115157"/>
                    <a:gd name="csY0" fmla="*/ 0 h 203644"/>
                    <a:gd name="csX1" fmla="*/ 115157 w 115157"/>
                    <a:gd name="csY1" fmla="*/ 21622 h 203644"/>
                    <a:gd name="csX2" fmla="*/ 26575 w 115157"/>
                    <a:gd name="csY2" fmla="*/ 21622 h 203644"/>
                    <a:gd name="csX3" fmla="*/ 26575 w 115157"/>
                    <a:gd name="csY3" fmla="*/ 90297 h 203644"/>
                    <a:gd name="csX4" fmla="*/ 98488 w 115157"/>
                    <a:gd name="csY4" fmla="*/ 90297 h 203644"/>
                    <a:gd name="csX5" fmla="*/ 98488 w 115157"/>
                    <a:gd name="csY5" fmla="*/ 111919 h 203644"/>
                    <a:gd name="csX6" fmla="*/ 26575 w 115157"/>
                    <a:gd name="csY6" fmla="*/ 111919 h 203644"/>
                    <a:gd name="csX7" fmla="*/ 26575 w 115157"/>
                    <a:gd name="csY7" fmla="*/ 203645 h 203644"/>
                    <a:gd name="csX8" fmla="*/ 0 w 115157"/>
                    <a:gd name="csY8" fmla="*/ 203645 h 203644"/>
                    <a:gd name="csX9" fmla="*/ 0 w 115157"/>
                    <a:gd name="csY9" fmla="*/ 0 h 203644"/>
                    <a:gd name="csX10" fmla="*/ 115157 w 115157"/>
                    <a:gd name="csY10" fmla="*/ 0 h 2036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15157" h="203644">
                      <a:moveTo>
                        <a:pt x="115157" y="0"/>
                      </a:moveTo>
                      <a:lnTo>
                        <a:pt x="115157" y="21622"/>
                      </a:lnTo>
                      <a:lnTo>
                        <a:pt x="26575" y="21622"/>
                      </a:lnTo>
                      <a:lnTo>
                        <a:pt x="26575" y="90297"/>
                      </a:lnTo>
                      <a:lnTo>
                        <a:pt x="98488" y="90297"/>
                      </a:lnTo>
                      <a:lnTo>
                        <a:pt x="98488" y="111919"/>
                      </a:lnTo>
                      <a:lnTo>
                        <a:pt x="26575" y="111919"/>
                      </a:lnTo>
                      <a:lnTo>
                        <a:pt x="26575" y="203645"/>
                      </a:lnTo>
                      <a:lnTo>
                        <a:pt x="0" y="203645"/>
                      </a:lnTo>
                      <a:lnTo>
                        <a:pt x="0" y="0"/>
                      </a:lnTo>
                      <a:lnTo>
                        <a:pt x="115157" y="0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07980A1C-3671-83C5-EECD-A064969CDB96}"/>
                    </a:ext>
                  </a:extLst>
                </p:cNvPr>
                <p:cNvSpPr/>
                <p:nvPr/>
              </p:nvSpPr>
              <p:spPr>
                <a:xfrm>
                  <a:off x="6124098" y="5677376"/>
                  <a:ext cx="162401" cy="165353"/>
                </a:xfrm>
                <a:custGeom>
                  <a:avLst/>
                  <a:gdLst>
                    <a:gd name="csX0" fmla="*/ 10001 w 162401"/>
                    <a:gd name="csY0" fmla="*/ 38958 h 165353"/>
                    <a:gd name="csX1" fmla="*/ 37338 w 162401"/>
                    <a:gd name="csY1" fmla="*/ 10192 h 165353"/>
                    <a:gd name="csX2" fmla="*/ 76009 w 162401"/>
                    <a:gd name="csY2" fmla="*/ 0 h 165353"/>
                    <a:gd name="csX3" fmla="*/ 112490 w 162401"/>
                    <a:gd name="csY3" fmla="*/ 9049 h 165353"/>
                    <a:gd name="csX4" fmla="*/ 135541 w 162401"/>
                    <a:gd name="csY4" fmla="*/ 31814 h 165353"/>
                    <a:gd name="csX5" fmla="*/ 135541 w 162401"/>
                    <a:gd name="csY5" fmla="*/ 2572 h 165353"/>
                    <a:gd name="csX6" fmla="*/ 162401 w 162401"/>
                    <a:gd name="csY6" fmla="*/ 2572 h 165353"/>
                    <a:gd name="csX7" fmla="*/ 162401 w 162401"/>
                    <a:gd name="csY7" fmla="*/ 162687 h 165353"/>
                    <a:gd name="csX8" fmla="*/ 135541 w 162401"/>
                    <a:gd name="csY8" fmla="*/ 162687 h 165353"/>
                    <a:gd name="csX9" fmla="*/ 135541 w 162401"/>
                    <a:gd name="csY9" fmla="*/ 132874 h 165353"/>
                    <a:gd name="csX10" fmla="*/ 112014 w 162401"/>
                    <a:gd name="csY10" fmla="*/ 156115 h 165353"/>
                    <a:gd name="csX11" fmla="*/ 75629 w 162401"/>
                    <a:gd name="csY11" fmla="*/ 165354 h 165353"/>
                    <a:gd name="csX12" fmla="*/ 37052 w 162401"/>
                    <a:gd name="csY12" fmla="*/ 154877 h 165353"/>
                    <a:gd name="csX13" fmla="*/ 9906 w 162401"/>
                    <a:gd name="csY13" fmla="*/ 125349 h 165353"/>
                    <a:gd name="csX14" fmla="*/ 0 w 162401"/>
                    <a:gd name="csY14" fmla="*/ 82106 h 165353"/>
                    <a:gd name="csX15" fmla="*/ 9906 w 162401"/>
                    <a:gd name="csY15" fmla="*/ 39053 h 165353"/>
                    <a:gd name="csX16" fmla="*/ 128397 w 162401"/>
                    <a:gd name="csY16" fmla="*/ 50768 h 165353"/>
                    <a:gd name="csX17" fmla="*/ 108680 w 162401"/>
                    <a:gd name="csY17" fmla="*/ 30194 h 165353"/>
                    <a:gd name="csX18" fmla="*/ 81343 w 162401"/>
                    <a:gd name="csY18" fmla="*/ 23051 h 165353"/>
                    <a:gd name="csX19" fmla="*/ 54197 w 162401"/>
                    <a:gd name="csY19" fmla="*/ 30099 h 165353"/>
                    <a:gd name="csX20" fmla="*/ 34576 w 162401"/>
                    <a:gd name="csY20" fmla="*/ 50578 h 165353"/>
                    <a:gd name="csX21" fmla="*/ 27241 w 162401"/>
                    <a:gd name="csY21" fmla="*/ 82106 h 165353"/>
                    <a:gd name="csX22" fmla="*/ 34576 w 162401"/>
                    <a:gd name="csY22" fmla="*/ 114110 h 165353"/>
                    <a:gd name="csX23" fmla="*/ 54197 w 162401"/>
                    <a:gd name="csY23" fmla="*/ 134874 h 165353"/>
                    <a:gd name="csX24" fmla="*/ 81343 w 162401"/>
                    <a:gd name="csY24" fmla="*/ 142018 h 165353"/>
                    <a:gd name="csX25" fmla="*/ 108680 w 162401"/>
                    <a:gd name="csY25" fmla="*/ 134874 h 165353"/>
                    <a:gd name="csX26" fmla="*/ 128397 w 162401"/>
                    <a:gd name="csY26" fmla="*/ 114110 h 165353"/>
                    <a:gd name="csX27" fmla="*/ 135731 w 162401"/>
                    <a:gd name="csY27" fmla="*/ 82391 h 165353"/>
                    <a:gd name="csX28" fmla="*/ 128397 w 162401"/>
                    <a:gd name="csY28" fmla="*/ 50864 h 1653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162401" h="165353">
                      <a:moveTo>
                        <a:pt x="10001" y="38958"/>
                      </a:moveTo>
                      <a:cubicBezTo>
                        <a:pt x="16669" y="26575"/>
                        <a:pt x="25717" y="16954"/>
                        <a:pt x="37338" y="10192"/>
                      </a:cubicBezTo>
                      <a:cubicBezTo>
                        <a:pt x="48958" y="3429"/>
                        <a:pt x="61817" y="0"/>
                        <a:pt x="76009" y="0"/>
                      </a:cubicBezTo>
                      <a:cubicBezTo>
                        <a:pt x="90202" y="0"/>
                        <a:pt x="102203" y="3048"/>
                        <a:pt x="112490" y="9049"/>
                      </a:cubicBezTo>
                      <a:cubicBezTo>
                        <a:pt x="122777" y="15050"/>
                        <a:pt x="130492" y="22670"/>
                        <a:pt x="135541" y="31814"/>
                      </a:cubicBezTo>
                      <a:lnTo>
                        <a:pt x="135541" y="2572"/>
                      </a:lnTo>
                      <a:lnTo>
                        <a:pt x="162401" y="2572"/>
                      </a:lnTo>
                      <a:lnTo>
                        <a:pt x="162401" y="162687"/>
                      </a:lnTo>
                      <a:lnTo>
                        <a:pt x="135541" y="162687"/>
                      </a:lnTo>
                      <a:lnTo>
                        <a:pt x="135541" y="132874"/>
                      </a:lnTo>
                      <a:cubicBezTo>
                        <a:pt x="130302" y="142208"/>
                        <a:pt x="122491" y="149923"/>
                        <a:pt x="112014" y="156115"/>
                      </a:cubicBezTo>
                      <a:cubicBezTo>
                        <a:pt x="101632" y="162211"/>
                        <a:pt x="89440" y="165354"/>
                        <a:pt x="75629" y="165354"/>
                      </a:cubicBezTo>
                      <a:cubicBezTo>
                        <a:pt x="61817" y="165354"/>
                        <a:pt x="48577" y="161830"/>
                        <a:pt x="37052" y="154877"/>
                      </a:cubicBezTo>
                      <a:cubicBezTo>
                        <a:pt x="25527" y="147828"/>
                        <a:pt x="16478" y="138017"/>
                        <a:pt x="9906" y="125349"/>
                      </a:cubicBezTo>
                      <a:cubicBezTo>
                        <a:pt x="3334" y="112681"/>
                        <a:pt x="0" y="98298"/>
                        <a:pt x="0" y="82106"/>
                      </a:cubicBezTo>
                      <a:cubicBezTo>
                        <a:pt x="0" y="65913"/>
                        <a:pt x="3334" y="51340"/>
                        <a:pt x="9906" y="39053"/>
                      </a:cubicBezTo>
                      <a:close/>
                      <a:moveTo>
                        <a:pt x="128397" y="50768"/>
                      </a:moveTo>
                      <a:cubicBezTo>
                        <a:pt x="123539" y="41815"/>
                        <a:pt x="116967" y="34957"/>
                        <a:pt x="108680" y="30194"/>
                      </a:cubicBezTo>
                      <a:cubicBezTo>
                        <a:pt x="100393" y="25432"/>
                        <a:pt x="91345" y="23051"/>
                        <a:pt x="81343" y="23051"/>
                      </a:cubicBezTo>
                      <a:cubicBezTo>
                        <a:pt x="71342" y="23051"/>
                        <a:pt x="62389" y="25337"/>
                        <a:pt x="54197" y="30099"/>
                      </a:cubicBezTo>
                      <a:cubicBezTo>
                        <a:pt x="46006" y="34766"/>
                        <a:pt x="39433" y="41624"/>
                        <a:pt x="34576" y="50578"/>
                      </a:cubicBezTo>
                      <a:cubicBezTo>
                        <a:pt x="29718" y="59531"/>
                        <a:pt x="27241" y="70104"/>
                        <a:pt x="27241" y="82106"/>
                      </a:cubicBezTo>
                      <a:cubicBezTo>
                        <a:pt x="27241" y="94107"/>
                        <a:pt x="29718" y="105061"/>
                        <a:pt x="34576" y="114110"/>
                      </a:cubicBezTo>
                      <a:cubicBezTo>
                        <a:pt x="39433" y="123158"/>
                        <a:pt x="46006" y="130112"/>
                        <a:pt x="54197" y="134874"/>
                      </a:cubicBezTo>
                      <a:cubicBezTo>
                        <a:pt x="62389" y="139637"/>
                        <a:pt x="71438" y="142018"/>
                        <a:pt x="81343" y="142018"/>
                      </a:cubicBezTo>
                      <a:cubicBezTo>
                        <a:pt x="91249" y="142018"/>
                        <a:pt x="100393" y="139637"/>
                        <a:pt x="108680" y="134874"/>
                      </a:cubicBezTo>
                      <a:cubicBezTo>
                        <a:pt x="116967" y="130112"/>
                        <a:pt x="123539" y="123158"/>
                        <a:pt x="128397" y="114110"/>
                      </a:cubicBezTo>
                      <a:cubicBezTo>
                        <a:pt x="133255" y="105061"/>
                        <a:pt x="135731" y="94488"/>
                        <a:pt x="135731" y="82391"/>
                      </a:cubicBezTo>
                      <a:cubicBezTo>
                        <a:pt x="135731" y="70295"/>
                        <a:pt x="133255" y="59817"/>
                        <a:pt x="128397" y="50864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C096694F-6339-DED5-A38E-ED01AA10EA11}"/>
                    </a:ext>
                  </a:extLst>
                </p:cNvPr>
                <p:cNvSpPr/>
                <p:nvPr/>
              </p:nvSpPr>
              <p:spPr>
                <a:xfrm>
                  <a:off x="6321837" y="5677376"/>
                  <a:ext cx="151923" cy="165449"/>
                </a:xfrm>
                <a:custGeom>
                  <a:avLst/>
                  <a:gdLst>
                    <a:gd name="csX0" fmla="*/ 9811 w 151923"/>
                    <a:gd name="csY0" fmla="*/ 38958 h 165449"/>
                    <a:gd name="csX1" fmla="*/ 37433 w 151923"/>
                    <a:gd name="csY1" fmla="*/ 10192 h 165449"/>
                    <a:gd name="csX2" fmla="*/ 77915 w 151923"/>
                    <a:gd name="csY2" fmla="*/ 0 h 165449"/>
                    <a:gd name="csX3" fmla="*/ 126587 w 151923"/>
                    <a:gd name="csY3" fmla="*/ 14288 h 165449"/>
                    <a:gd name="csX4" fmla="*/ 151829 w 151923"/>
                    <a:gd name="csY4" fmla="*/ 54007 h 165449"/>
                    <a:gd name="csX5" fmla="*/ 123158 w 151923"/>
                    <a:gd name="csY5" fmla="*/ 54007 h 165449"/>
                    <a:gd name="csX6" fmla="*/ 107252 w 151923"/>
                    <a:gd name="csY6" fmla="*/ 30956 h 165449"/>
                    <a:gd name="csX7" fmla="*/ 77915 w 151923"/>
                    <a:gd name="csY7" fmla="*/ 22479 h 165449"/>
                    <a:gd name="csX8" fmla="*/ 41053 w 151923"/>
                    <a:gd name="csY8" fmla="*/ 38100 h 165449"/>
                    <a:gd name="csX9" fmla="*/ 27051 w 151923"/>
                    <a:gd name="csY9" fmla="*/ 82391 h 165449"/>
                    <a:gd name="csX10" fmla="*/ 41053 w 151923"/>
                    <a:gd name="csY10" fmla="*/ 127064 h 165449"/>
                    <a:gd name="csX11" fmla="*/ 77915 w 151923"/>
                    <a:gd name="csY11" fmla="*/ 142875 h 165449"/>
                    <a:gd name="csX12" fmla="*/ 107156 w 151923"/>
                    <a:gd name="csY12" fmla="*/ 134684 h 165449"/>
                    <a:gd name="csX13" fmla="*/ 123254 w 151923"/>
                    <a:gd name="csY13" fmla="*/ 111347 h 165449"/>
                    <a:gd name="csX14" fmla="*/ 151924 w 151923"/>
                    <a:gd name="csY14" fmla="*/ 111347 h 165449"/>
                    <a:gd name="csX15" fmla="*/ 126206 w 151923"/>
                    <a:gd name="csY15" fmla="*/ 150686 h 165449"/>
                    <a:gd name="csX16" fmla="*/ 78010 w 151923"/>
                    <a:gd name="csY16" fmla="*/ 165449 h 165449"/>
                    <a:gd name="csX17" fmla="*/ 37529 w 151923"/>
                    <a:gd name="csY17" fmla="*/ 155257 h 165449"/>
                    <a:gd name="csX18" fmla="*/ 9906 w 151923"/>
                    <a:gd name="csY18" fmla="*/ 126302 h 165449"/>
                    <a:gd name="csX19" fmla="*/ 0 w 151923"/>
                    <a:gd name="csY19" fmla="*/ 82487 h 165449"/>
                    <a:gd name="csX20" fmla="*/ 9906 w 151923"/>
                    <a:gd name="csY20" fmla="*/ 39148 h 1654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151923" h="165449">
                      <a:moveTo>
                        <a:pt x="9811" y="38958"/>
                      </a:moveTo>
                      <a:cubicBezTo>
                        <a:pt x="16478" y="26575"/>
                        <a:pt x="25622" y="16954"/>
                        <a:pt x="37433" y="10192"/>
                      </a:cubicBezTo>
                      <a:cubicBezTo>
                        <a:pt x="49244" y="3429"/>
                        <a:pt x="62675" y="0"/>
                        <a:pt x="77915" y="0"/>
                      </a:cubicBezTo>
                      <a:cubicBezTo>
                        <a:pt x="97631" y="0"/>
                        <a:pt x="113824" y="4763"/>
                        <a:pt x="126587" y="14288"/>
                      </a:cubicBezTo>
                      <a:cubicBezTo>
                        <a:pt x="139351" y="23813"/>
                        <a:pt x="147733" y="37052"/>
                        <a:pt x="151829" y="54007"/>
                      </a:cubicBezTo>
                      <a:lnTo>
                        <a:pt x="123158" y="54007"/>
                      </a:lnTo>
                      <a:cubicBezTo>
                        <a:pt x="120396" y="44291"/>
                        <a:pt x="115157" y="36576"/>
                        <a:pt x="107252" y="30956"/>
                      </a:cubicBezTo>
                      <a:cubicBezTo>
                        <a:pt x="99346" y="25337"/>
                        <a:pt x="89535" y="22479"/>
                        <a:pt x="77915" y="22479"/>
                      </a:cubicBezTo>
                      <a:cubicBezTo>
                        <a:pt x="62675" y="22479"/>
                        <a:pt x="50483" y="27718"/>
                        <a:pt x="41053" y="38100"/>
                      </a:cubicBezTo>
                      <a:cubicBezTo>
                        <a:pt x="31718" y="48483"/>
                        <a:pt x="27051" y="63246"/>
                        <a:pt x="27051" y="82391"/>
                      </a:cubicBezTo>
                      <a:cubicBezTo>
                        <a:pt x="27051" y="101537"/>
                        <a:pt x="31718" y="116586"/>
                        <a:pt x="41053" y="127064"/>
                      </a:cubicBezTo>
                      <a:cubicBezTo>
                        <a:pt x="50387" y="137541"/>
                        <a:pt x="62675" y="142875"/>
                        <a:pt x="77915" y="142875"/>
                      </a:cubicBezTo>
                      <a:cubicBezTo>
                        <a:pt x="89630" y="142875"/>
                        <a:pt x="99346" y="140113"/>
                        <a:pt x="107156" y="134684"/>
                      </a:cubicBezTo>
                      <a:cubicBezTo>
                        <a:pt x="114967" y="129254"/>
                        <a:pt x="120301" y="121444"/>
                        <a:pt x="123254" y="111347"/>
                      </a:cubicBezTo>
                      <a:lnTo>
                        <a:pt x="151924" y="111347"/>
                      </a:lnTo>
                      <a:cubicBezTo>
                        <a:pt x="147638" y="127730"/>
                        <a:pt x="139065" y="140779"/>
                        <a:pt x="126206" y="150686"/>
                      </a:cubicBezTo>
                      <a:cubicBezTo>
                        <a:pt x="113347" y="160497"/>
                        <a:pt x="97250" y="165449"/>
                        <a:pt x="78010" y="165449"/>
                      </a:cubicBezTo>
                      <a:cubicBezTo>
                        <a:pt x="62770" y="165449"/>
                        <a:pt x="49340" y="162020"/>
                        <a:pt x="37529" y="155257"/>
                      </a:cubicBezTo>
                      <a:cubicBezTo>
                        <a:pt x="25718" y="148400"/>
                        <a:pt x="16478" y="138779"/>
                        <a:pt x="9906" y="126302"/>
                      </a:cubicBezTo>
                      <a:cubicBezTo>
                        <a:pt x="3334" y="113824"/>
                        <a:pt x="0" y="99251"/>
                        <a:pt x="0" y="82487"/>
                      </a:cubicBezTo>
                      <a:cubicBezTo>
                        <a:pt x="0" y="65723"/>
                        <a:pt x="3334" y="51435"/>
                        <a:pt x="9906" y="39148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31D29D5F-7ABA-C999-B6EB-60191348C026}"/>
                    </a:ext>
                  </a:extLst>
                </p:cNvPr>
                <p:cNvSpPr/>
                <p:nvPr/>
              </p:nvSpPr>
              <p:spPr>
                <a:xfrm>
                  <a:off x="6494049" y="5639657"/>
                  <a:ext cx="89249" cy="200406"/>
                </a:xfrm>
                <a:custGeom>
                  <a:avLst/>
                  <a:gdLst>
                    <a:gd name="csX0" fmla="*/ 47434 w 89249"/>
                    <a:gd name="csY0" fmla="*/ 62198 h 200406"/>
                    <a:gd name="csX1" fmla="*/ 47434 w 89249"/>
                    <a:gd name="csY1" fmla="*/ 156591 h 200406"/>
                    <a:gd name="csX2" fmla="*/ 52388 w 89249"/>
                    <a:gd name="csY2" fmla="*/ 173069 h 200406"/>
                    <a:gd name="csX3" fmla="*/ 69628 w 89249"/>
                    <a:gd name="csY3" fmla="*/ 177927 h 200406"/>
                    <a:gd name="csX4" fmla="*/ 89249 w 89249"/>
                    <a:gd name="csY4" fmla="*/ 177927 h 200406"/>
                    <a:gd name="csX5" fmla="*/ 89249 w 89249"/>
                    <a:gd name="csY5" fmla="*/ 200406 h 200406"/>
                    <a:gd name="csX6" fmla="*/ 65246 w 89249"/>
                    <a:gd name="csY6" fmla="*/ 200406 h 200406"/>
                    <a:gd name="csX7" fmla="*/ 31909 w 89249"/>
                    <a:gd name="csY7" fmla="*/ 190214 h 200406"/>
                    <a:gd name="csX8" fmla="*/ 20764 w 89249"/>
                    <a:gd name="csY8" fmla="*/ 156591 h 200406"/>
                    <a:gd name="csX9" fmla="*/ 20764 w 89249"/>
                    <a:gd name="csY9" fmla="*/ 62198 h 200406"/>
                    <a:gd name="csX10" fmla="*/ 0 w 89249"/>
                    <a:gd name="csY10" fmla="*/ 62198 h 200406"/>
                    <a:gd name="csX11" fmla="*/ 0 w 89249"/>
                    <a:gd name="csY11" fmla="*/ 40291 h 200406"/>
                    <a:gd name="csX12" fmla="*/ 20764 w 89249"/>
                    <a:gd name="csY12" fmla="*/ 40291 h 200406"/>
                    <a:gd name="csX13" fmla="*/ 20764 w 89249"/>
                    <a:gd name="csY13" fmla="*/ 0 h 200406"/>
                    <a:gd name="csX14" fmla="*/ 47339 w 89249"/>
                    <a:gd name="csY14" fmla="*/ 0 h 200406"/>
                    <a:gd name="csX15" fmla="*/ 47339 w 89249"/>
                    <a:gd name="csY15" fmla="*/ 40291 h 200406"/>
                    <a:gd name="csX16" fmla="*/ 89154 w 89249"/>
                    <a:gd name="csY16" fmla="*/ 40291 h 200406"/>
                    <a:gd name="csX17" fmla="*/ 89154 w 89249"/>
                    <a:gd name="csY17" fmla="*/ 62198 h 200406"/>
                    <a:gd name="csX18" fmla="*/ 47339 w 89249"/>
                    <a:gd name="csY18" fmla="*/ 62198 h 2004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89249" h="200406">
                      <a:moveTo>
                        <a:pt x="47434" y="62198"/>
                      </a:moveTo>
                      <a:lnTo>
                        <a:pt x="47434" y="156591"/>
                      </a:lnTo>
                      <a:cubicBezTo>
                        <a:pt x="47434" y="164402"/>
                        <a:pt x="49054" y="169926"/>
                        <a:pt x="52388" y="173069"/>
                      </a:cubicBezTo>
                      <a:cubicBezTo>
                        <a:pt x="55721" y="176308"/>
                        <a:pt x="61436" y="177927"/>
                        <a:pt x="69628" y="177927"/>
                      </a:cubicBezTo>
                      <a:lnTo>
                        <a:pt x="89249" y="177927"/>
                      </a:lnTo>
                      <a:lnTo>
                        <a:pt x="89249" y="200406"/>
                      </a:lnTo>
                      <a:lnTo>
                        <a:pt x="65246" y="200406"/>
                      </a:lnTo>
                      <a:cubicBezTo>
                        <a:pt x="50482" y="200406"/>
                        <a:pt x="39338" y="196977"/>
                        <a:pt x="31909" y="190214"/>
                      </a:cubicBezTo>
                      <a:cubicBezTo>
                        <a:pt x="24479" y="183357"/>
                        <a:pt x="20764" y="172212"/>
                        <a:pt x="20764" y="156591"/>
                      </a:cubicBezTo>
                      <a:lnTo>
                        <a:pt x="20764" y="62198"/>
                      </a:lnTo>
                      <a:lnTo>
                        <a:pt x="0" y="62198"/>
                      </a:lnTo>
                      <a:lnTo>
                        <a:pt x="0" y="40291"/>
                      </a:lnTo>
                      <a:lnTo>
                        <a:pt x="20764" y="40291"/>
                      </a:lnTo>
                      <a:lnTo>
                        <a:pt x="20764" y="0"/>
                      </a:lnTo>
                      <a:lnTo>
                        <a:pt x="47339" y="0"/>
                      </a:lnTo>
                      <a:lnTo>
                        <a:pt x="47339" y="40291"/>
                      </a:lnTo>
                      <a:lnTo>
                        <a:pt x="89154" y="40291"/>
                      </a:lnTo>
                      <a:lnTo>
                        <a:pt x="89154" y="62198"/>
                      </a:lnTo>
                      <a:lnTo>
                        <a:pt x="47339" y="62198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9570F5B-1684-3B60-E583-3474F2F89813}"/>
                    </a:ext>
                  </a:extLst>
                </p:cNvPr>
                <p:cNvSpPr/>
                <p:nvPr/>
              </p:nvSpPr>
              <p:spPr>
                <a:xfrm>
                  <a:off x="6605397" y="5677281"/>
                  <a:ext cx="161829" cy="165354"/>
                </a:xfrm>
                <a:custGeom>
                  <a:avLst/>
                  <a:gdLst>
                    <a:gd name="csX0" fmla="*/ 39052 w 161829"/>
                    <a:gd name="csY0" fmla="*/ 155162 h 165354"/>
                    <a:gd name="csX1" fmla="*/ 10382 w 161829"/>
                    <a:gd name="csY1" fmla="*/ 126111 h 165354"/>
                    <a:gd name="csX2" fmla="*/ 0 w 161829"/>
                    <a:gd name="csY2" fmla="*/ 82391 h 165354"/>
                    <a:gd name="csX3" fmla="*/ 10668 w 161829"/>
                    <a:gd name="csY3" fmla="*/ 39053 h 165354"/>
                    <a:gd name="csX4" fmla="*/ 39719 w 161829"/>
                    <a:gd name="csY4" fmla="*/ 10096 h 165354"/>
                    <a:gd name="csX5" fmla="*/ 80867 w 161829"/>
                    <a:gd name="csY5" fmla="*/ 0 h 165354"/>
                    <a:gd name="csX6" fmla="*/ 122110 w 161829"/>
                    <a:gd name="csY6" fmla="*/ 10096 h 165354"/>
                    <a:gd name="csX7" fmla="*/ 151162 w 161829"/>
                    <a:gd name="csY7" fmla="*/ 38862 h 165354"/>
                    <a:gd name="csX8" fmla="*/ 161830 w 161829"/>
                    <a:gd name="csY8" fmla="*/ 82391 h 165354"/>
                    <a:gd name="csX9" fmla="*/ 150876 w 161829"/>
                    <a:gd name="csY9" fmla="*/ 126111 h 165354"/>
                    <a:gd name="csX10" fmla="*/ 121253 w 161829"/>
                    <a:gd name="csY10" fmla="*/ 155162 h 165354"/>
                    <a:gd name="csX11" fmla="*/ 79724 w 161829"/>
                    <a:gd name="csY11" fmla="*/ 165354 h 165354"/>
                    <a:gd name="csX12" fmla="*/ 38957 w 161829"/>
                    <a:gd name="csY12" fmla="*/ 155162 h 165354"/>
                    <a:gd name="csX13" fmla="*/ 106680 w 161829"/>
                    <a:gd name="csY13" fmla="*/ 135255 h 165354"/>
                    <a:gd name="csX14" fmla="*/ 126968 w 161829"/>
                    <a:gd name="csY14" fmla="*/ 115062 h 165354"/>
                    <a:gd name="csX15" fmla="*/ 134683 w 161829"/>
                    <a:gd name="csY15" fmla="*/ 82296 h 165354"/>
                    <a:gd name="csX16" fmla="*/ 127063 w 161829"/>
                    <a:gd name="csY16" fmla="*/ 49625 h 165354"/>
                    <a:gd name="csX17" fmla="*/ 107156 w 161829"/>
                    <a:gd name="csY17" fmla="*/ 29623 h 165354"/>
                    <a:gd name="csX18" fmla="*/ 80581 w 161829"/>
                    <a:gd name="csY18" fmla="*/ 23050 h 165354"/>
                    <a:gd name="csX19" fmla="*/ 53816 w 161829"/>
                    <a:gd name="csY19" fmla="*/ 29623 h 165354"/>
                    <a:gd name="csX20" fmla="*/ 34385 w 161829"/>
                    <a:gd name="csY20" fmla="*/ 49625 h 165354"/>
                    <a:gd name="csX21" fmla="*/ 27051 w 161829"/>
                    <a:gd name="csY21" fmla="*/ 82296 h 165354"/>
                    <a:gd name="csX22" fmla="*/ 34195 w 161829"/>
                    <a:gd name="csY22" fmla="*/ 115348 h 165354"/>
                    <a:gd name="csX23" fmla="*/ 53340 w 161829"/>
                    <a:gd name="csY23" fmla="*/ 135350 h 165354"/>
                    <a:gd name="csX24" fmla="*/ 79629 w 161829"/>
                    <a:gd name="csY24" fmla="*/ 141922 h 165354"/>
                    <a:gd name="csX25" fmla="*/ 106489 w 161829"/>
                    <a:gd name="csY25" fmla="*/ 135160 h 1653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61829" h="165354">
                      <a:moveTo>
                        <a:pt x="39052" y="155162"/>
                      </a:moveTo>
                      <a:cubicBezTo>
                        <a:pt x="26860" y="148304"/>
                        <a:pt x="17335" y="138684"/>
                        <a:pt x="10382" y="126111"/>
                      </a:cubicBezTo>
                      <a:cubicBezTo>
                        <a:pt x="3429" y="113538"/>
                        <a:pt x="0" y="98965"/>
                        <a:pt x="0" y="82391"/>
                      </a:cubicBezTo>
                      <a:cubicBezTo>
                        <a:pt x="0" y="65818"/>
                        <a:pt x="3524" y="51530"/>
                        <a:pt x="10668" y="39053"/>
                      </a:cubicBezTo>
                      <a:cubicBezTo>
                        <a:pt x="17812" y="26479"/>
                        <a:pt x="27432" y="16859"/>
                        <a:pt x="39719" y="10096"/>
                      </a:cubicBezTo>
                      <a:cubicBezTo>
                        <a:pt x="52006" y="3334"/>
                        <a:pt x="65722" y="0"/>
                        <a:pt x="80867" y="0"/>
                      </a:cubicBezTo>
                      <a:cubicBezTo>
                        <a:pt x="96012" y="0"/>
                        <a:pt x="109823" y="3334"/>
                        <a:pt x="122110" y="10096"/>
                      </a:cubicBezTo>
                      <a:cubicBezTo>
                        <a:pt x="134398" y="16859"/>
                        <a:pt x="144113" y="26384"/>
                        <a:pt x="151162" y="38862"/>
                      </a:cubicBezTo>
                      <a:cubicBezTo>
                        <a:pt x="158305" y="51340"/>
                        <a:pt x="161830" y="65818"/>
                        <a:pt x="161830" y="82391"/>
                      </a:cubicBezTo>
                      <a:cubicBezTo>
                        <a:pt x="161830" y="98965"/>
                        <a:pt x="158210" y="113538"/>
                        <a:pt x="150876" y="126111"/>
                      </a:cubicBezTo>
                      <a:cubicBezTo>
                        <a:pt x="143542" y="138684"/>
                        <a:pt x="133731" y="148399"/>
                        <a:pt x="121253" y="155162"/>
                      </a:cubicBezTo>
                      <a:cubicBezTo>
                        <a:pt x="108775" y="161925"/>
                        <a:pt x="94964" y="165354"/>
                        <a:pt x="79724" y="165354"/>
                      </a:cubicBezTo>
                      <a:cubicBezTo>
                        <a:pt x="64484" y="165354"/>
                        <a:pt x="51149" y="161925"/>
                        <a:pt x="38957" y="155162"/>
                      </a:cubicBezTo>
                      <a:close/>
                      <a:moveTo>
                        <a:pt x="106680" y="135255"/>
                      </a:moveTo>
                      <a:cubicBezTo>
                        <a:pt x="115062" y="130778"/>
                        <a:pt x="121825" y="124015"/>
                        <a:pt x="126968" y="115062"/>
                      </a:cubicBezTo>
                      <a:cubicBezTo>
                        <a:pt x="132112" y="106108"/>
                        <a:pt x="134683" y="95155"/>
                        <a:pt x="134683" y="82296"/>
                      </a:cubicBezTo>
                      <a:cubicBezTo>
                        <a:pt x="134683" y="69437"/>
                        <a:pt x="132112" y="58579"/>
                        <a:pt x="127063" y="49625"/>
                      </a:cubicBezTo>
                      <a:cubicBezTo>
                        <a:pt x="122015" y="40672"/>
                        <a:pt x="115348" y="34004"/>
                        <a:pt x="107156" y="29623"/>
                      </a:cubicBezTo>
                      <a:cubicBezTo>
                        <a:pt x="98965" y="25241"/>
                        <a:pt x="90106" y="23050"/>
                        <a:pt x="80581" y="23050"/>
                      </a:cubicBezTo>
                      <a:cubicBezTo>
                        <a:pt x="71056" y="23050"/>
                        <a:pt x="61913" y="25241"/>
                        <a:pt x="53816" y="29623"/>
                      </a:cubicBezTo>
                      <a:cubicBezTo>
                        <a:pt x="45720" y="34004"/>
                        <a:pt x="39243" y="40672"/>
                        <a:pt x="34385" y="49625"/>
                      </a:cubicBezTo>
                      <a:cubicBezTo>
                        <a:pt x="29527" y="58579"/>
                        <a:pt x="27051" y="69532"/>
                        <a:pt x="27051" y="82296"/>
                      </a:cubicBezTo>
                      <a:cubicBezTo>
                        <a:pt x="27051" y="95059"/>
                        <a:pt x="29432" y="106394"/>
                        <a:pt x="34195" y="115348"/>
                      </a:cubicBezTo>
                      <a:cubicBezTo>
                        <a:pt x="38957" y="124301"/>
                        <a:pt x="45339" y="130969"/>
                        <a:pt x="53340" y="135350"/>
                      </a:cubicBezTo>
                      <a:cubicBezTo>
                        <a:pt x="61341" y="139732"/>
                        <a:pt x="70104" y="141922"/>
                        <a:pt x="79629" y="141922"/>
                      </a:cubicBezTo>
                      <a:cubicBezTo>
                        <a:pt x="89154" y="141922"/>
                        <a:pt x="98107" y="139637"/>
                        <a:pt x="106489" y="135160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DDCB459D-BDDF-A64B-2822-991B030B9D14}"/>
                    </a:ext>
                  </a:extLst>
                </p:cNvPr>
                <p:cNvSpPr/>
                <p:nvPr/>
              </p:nvSpPr>
              <p:spPr>
                <a:xfrm>
                  <a:off x="6802374" y="5676995"/>
                  <a:ext cx="78295" cy="162972"/>
                </a:xfrm>
                <a:custGeom>
                  <a:avLst/>
                  <a:gdLst>
                    <a:gd name="csX0" fmla="*/ 46577 w 78295"/>
                    <a:gd name="csY0" fmla="*/ 7620 h 162972"/>
                    <a:gd name="csX1" fmla="*/ 78296 w 78295"/>
                    <a:gd name="csY1" fmla="*/ 0 h 162972"/>
                    <a:gd name="csX2" fmla="*/ 78296 w 78295"/>
                    <a:gd name="csY2" fmla="*/ 27432 h 162972"/>
                    <a:gd name="csX3" fmla="*/ 71247 w 78295"/>
                    <a:gd name="csY3" fmla="*/ 27432 h 162972"/>
                    <a:gd name="csX4" fmla="*/ 26575 w 78295"/>
                    <a:gd name="csY4" fmla="*/ 75914 h 162972"/>
                    <a:gd name="csX5" fmla="*/ 26575 w 78295"/>
                    <a:gd name="csY5" fmla="*/ 162973 h 162972"/>
                    <a:gd name="csX6" fmla="*/ 0 w 78295"/>
                    <a:gd name="csY6" fmla="*/ 162973 h 162972"/>
                    <a:gd name="csX7" fmla="*/ 0 w 78295"/>
                    <a:gd name="csY7" fmla="*/ 2857 h 162972"/>
                    <a:gd name="csX8" fmla="*/ 26575 w 78295"/>
                    <a:gd name="csY8" fmla="*/ 2857 h 162972"/>
                    <a:gd name="csX9" fmla="*/ 26575 w 78295"/>
                    <a:gd name="csY9" fmla="*/ 28861 h 162972"/>
                    <a:gd name="csX10" fmla="*/ 46577 w 78295"/>
                    <a:gd name="csY10" fmla="*/ 7525 h 1629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78295" h="162972">
                      <a:moveTo>
                        <a:pt x="46577" y="7620"/>
                      </a:moveTo>
                      <a:cubicBezTo>
                        <a:pt x="55245" y="2572"/>
                        <a:pt x="65818" y="0"/>
                        <a:pt x="78296" y="0"/>
                      </a:cubicBezTo>
                      <a:lnTo>
                        <a:pt x="78296" y="27432"/>
                      </a:lnTo>
                      <a:lnTo>
                        <a:pt x="71247" y="27432"/>
                      </a:lnTo>
                      <a:cubicBezTo>
                        <a:pt x="41434" y="27432"/>
                        <a:pt x="26575" y="43624"/>
                        <a:pt x="26575" y="75914"/>
                      </a:cubicBezTo>
                      <a:lnTo>
                        <a:pt x="26575" y="162973"/>
                      </a:lnTo>
                      <a:lnTo>
                        <a:pt x="0" y="162973"/>
                      </a:lnTo>
                      <a:lnTo>
                        <a:pt x="0" y="2857"/>
                      </a:lnTo>
                      <a:lnTo>
                        <a:pt x="26575" y="2857"/>
                      </a:lnTo>
                      <a:lnTo>
                        <a:pt x="26575" y="28861"/>
                      </a:lnTo>
                      <a:cubicBezTo>
                        <a:pt x="31242" y="19717"/>
                        <a:pt x="37910" y="12573"/>
                        <a:pt x="46577" y="7525"/>
                      </a:cubicBez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8D292AF7-F28D-3FAE-DDDF-DDC67DAC09D1}"/>
                    </a:ext>
                  </a:extLst>
                </p:cNvPr>
                <p:cNvSpPr/>
                <p:nvPr/>
              </p:nvSpPr>
              <p:spPr>
                <a:xfrm>
                  <a:off x="6892385" y="5679852"/>
                  <a:ext cx="156972" cy="235553"/>
                </a:xfrm>
                <a:custGeom>
                  <a:avLst/>
                  <a:gdLst>
                    <a:gd name="csX0" fmla="*/ 156877 w 156972"/>
                    <a:gd name="csY0" fmla="*/ 95 h 235553"/>
                    <a:gd name="csX1" fmla="*/ 60484 w 156972"/>
                    <a:gd name="csY1" fmla="*/ 235553 h 235553"/>
                    <a:gd name="csX2" fmla="*/ 33052 w 156972"/>
                    <a:gd name="csY2" fmla="*/ 235553 h 235553"/>
                    <a:gd name="csX3" fmla="*/ 64580 w 156972"/>
                    <a:gd name="csY3" fmla="*/ 158401 h 235553"/>
                    <a:gd name="csX4" fmla="*/ 0 w 156972"/>
                    <a:gd name="csY4" fmla="*/ 0 h 235553"/>
                    <a:gd name="csX5" fmla="*/ 29528 w 156972"/>
                    <a:gd name="csY5" fmla="*/ 0 h 235553"/>
                    <a:gd name="csX6" fmla="*/ 79820 w 156972"/>
                    <a:gd name="csY6" fmla="*/ 129730 h 235553"/>
                    <a:gd name="csX7" fmla="*/ 129540 w 156972"/>
                    <a:gd name="csY7" fmla="*/ 0 h 235553"/>
                    <a:gd name="csX8" fmla="*/ 156972 w 156972"/>
                    <a:gd name="csY8" fmla="*/ 0 h 2355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6972" h="235553">
                      <a:moveTo>
                        <a:pt x="156877" y="95"/>
                      </a:moveTo>
                      <a:lnTo>
                        <a:pt x="60484" y="235553"/>
                      </a:lnTo>
                      <a:lnTo>
                        <a:pt x="33052" y="235553"/>
                      </a:lnTo>
                      <a:lnTo>
                        <a:pt x="64580" y="158401"/>
                      </a:lnTo>
                      <a:lnTo>
                        <a:pt x="0" y="0"/>
                      </a:lnTo>
                      <a:lnTo>
                        <a:pt x="29528" y="0"/>
                      </a:lnTo>
                      <a:lnTo>
                        <a:pt x="79820" y="129730"/>
                      </a:lnTo>
                      <a:lnTo>
                        <a:pt x="129540" y="0"/>
                      </a:lnTo>
                      <a:lnTo>
                        <a:pt x="156972" y="0"/>
                      </a:lnTo>
                      <a:close/>
                    </a:path>
                  </a:pathLst>
                </a:custGeom>
                <a:solidFill>
                  <a:srgbClr val="5B5D5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8" name="Graphic 2">
                <a:extLst>
                  <a:ext uri="{FF2B5EF4-FFF2-40B4-BE49-F238E27FC236}">
                    <a16:creationId xmlns:a16="http://schemas.microsoft.com/office/drawing/2014/main" id="{E4222201-CECF-6B9A-967E-32737CBF157A}"/>
                  </a:ext>
                </a:extLst>
              </p:cNvPr>
              <p:cNvGrpSpPr/>
              <p:nvPr/>
            </p:nvGrpSpPr>
            <p:grpSpPr>
              <a:xfrm>
                <a:off x="2431065" y="4600289"/>
                <a:ext cx="3356228" cy="893635"/>
                <a:chOff x="2431065" y="4600289"/>
                <a:chExt cx="3356228" cy="893635"/>
              </a:xfrm>
              <a:solidFill>
                <a:srgbClr val="002E6A"/>
              </a:solidFill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E565190-A642-0359-145E-EE142A4F45D8}"/>
                    </a:ext>
                  </a:extLst>
                </p:cNvPr>
                <p:cNvSpPr/>
                <p:nvPr/>
              </p:nvSpPr>
              <p:spPr>
                <a:xfrm>
                  <a:off x="2431065" y="4600289"/>
                  <a:ext cx="614743" cy="690276"/>
                </a:xfrm>
                <a:custGeom>
                  <a:avLst/>
                  <a:gdLst>
                    <a:gd name="csX0" fmla="*/ 507397 w 614743"/>
                    <a:gd name="csY0" fmla="*/ 690277 h 690276"/>
                    <a:gd name="csX1" fmla="*/ 430911 w 614743"/>
                    <a:gd name="csY1" fmla="*/ 486918 h 690276"/>
                    <a:gd name="csX2" fmla="*/ 182785 w 614743"/>
                    <a:gd name="csY2" fmla="*/ 486918 h 690276"/>
                    <a:gd name="csX3" fmla="*/ 106299 w 614743"/>
                    <a:gd name="csY3" fmla="*/ 690277 h 690276"/>
                    <a:gd name="csX4" fmla="*/ 0 w 614743"/>
                    <a:gd name="csY4" fmla="*/ 690277 h 690276"/>
                    <a:gd name="csX5" fmla="*/ 262128 w 614743"/>
                    <a:gd name="csY5" fmla="*/ 0 h 690276"/>
                    <a:gd name="csX6" fmla="*/ 352616 w 614743"/>
                    <a:gd name="csY6" fmla="*/ 0 h 690276"/>
                    <a:gd name="csX7" fmla="*/ 614743 w 614743"/>
                    <a:gd name="csY7" fmla="*/ 690277 h 690276"/>
                    <a:gd name="csX8" fmla="*/ 507492 w 614743"/>
                    <a:gd name="csY8" fmla="*/ 690277 h 690276"/>
                    <a:gd name="csX9" fmla="*/ 308801 w 614743"/>
                    <a:gd name="csY9" fmla="*/ 130588 h 690276"/>
                    <a:gd name="csX10" fmla="*/ 306896 w 614743"/>
                    <a:gd name="csY10" fmla="*/ 130588 h 690276"/>
                    <a:gd name="csX11" fmla="*/ 218313 w 614743"/>
                    <a:gd name="csY11" fmla="*/ 394526 h 690276"/>
                    <a:gd name="csX12" fmla="*/ 396431 w 614743"/>
                    <a:gd name="csY12" fmla="*/ 394526 h 690276"/>
                    <a:gd name="csX13" fmla="*/ 308801 w 614743"/>
                    <a:gd name="csY13" fmla="*/ 130588 h 6902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614743" h="690276">
                      <a:moveTo>
                        <a:pt x="507397" y="690277"/>
                      </a:moveTo>
                      <a:lnTo>
                        <a:pt x="430911" y="486918"/>
                      </a:lnTo>
                      <a:lnTo>
                        <a:pt x="182785" y="486918"/>
                      </a:lnTo>
                      <a:lnTo>
                        <a:pt x="106299" y="690277"/>
                      </a:lnTo>
                      <a:lnTo>
                        <a:pt x="0" y="690277"/>
                      </a:lnTo>
                      <a:lnTo>
                        <a:pt x="262128" y="0"/>
                      </a:lnTo>
                      <a:lnTo>
                        <a:pt x="352616" y="0"/>
                      </a:lnTo>
                      <a:lnTo>
                        <a:pt x="614743" y="690277"/>
                      </a:lnTo>
                      <a:lnTo>
                        <a:pt x="507492" y="690277"/>
                      </a:lnTo>
                      <a:close/>
                      <a:moveTo>
                        <a:pt x="308801" y="130588"/>
                      </a:moveTo>
                      <a:lnTo>
                        <a:pt x="306896" y="130588"/>
                      </a:lnTo>
                      <a:lnTo>
                        <a:pt x="218313" y="394526"/>
                      </a:lnTo>
                      <a:lnTo>
                        <a:pt x="396431" y="394526"/>
                      </a:lnTo>
                      <a:lnTo>
                        <a:pt x="308801" y="130588"/>
                      </a:lnTo>
                      <a:close/>
                    </a:path>
                  </a:pathLst>
                </a:custGeom>
                <a:solidFill>
                  <a:srgbClr val="002E6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6580721-F928-DF76-7915-18225C69E130}"/>
                    </a:ext>
                  </a:extLst>
                </p:cNvPr>
                <p:cNvSpPr/>
                <p:nvPr/>
              </p:nvSpPr>
              <p:spPr>
                <a:xfrm>
                  <a:off x="3044761" y="4759737"/>
                  <a:ext cx="553116" cy="734187"/>
                </a:xfrm>
                <a:custGeom>
                  <a:avLst/>
                  <a:gdLst>
                    <a:gd name="csX0" fmla="*/ 454342 w 553116"/>
                    <a:gd name="csY0" fmla="*/ 462725 h 734187"/>
                    <a:gd name="csX1" fmla="*/ 276130 w 553116"/>
                    <a:gd name="csY1" fmla="*/ 543878 h 734187"/>
                    <a:gd name="csX2" fmla="*/ 0 w 553116"/>
                    <a:gd name="csY2" fmla="*/ 276130 h 734187"/>
                    <a:gd name="csX3" fmla="*/ 277082 w 553116"/>
                    <a:gd name="csY3" fmla="*/ 0 h 734187"/>
                    <a:gd name="csX4" fmla="*/ 456152 w 553116"/>
                    <a:gd name="csY4" fmla="*/ 73724 h 734187"/>
                    <a:gd name="csX5" fmla="*/ 456152 w 553116"/>
                    <a:gd name="csY5" fmla="*/ 14002 h 734187"/>
                    <a:gd name="csX6" fmla="*/ 553117 w 553116"/>
                    <a:gd name="csY6" fmla="*/ 14002 h 734187"/>
                    <a:gd name="csX7" fmla="*/ 553117 w 553116"/>
                    <a:gd name="csY7" fmla="*/ 462725 h 734187"/>
                    <a:gd name="csX8" fmla="*/ 274225 w 553116"/>
                    <a:gd name="csY8" fmla="*/ 734187 h 734187"/>
                    <a:gd name="csX9" fmla="*/ 18669 w 553116"/>
                    <a:gd name="csY9" fmla="*/ 570929 h 734187"/>
                    <a:gd name="csX10" fmla="*/ 126873 w 553116"/>
                    <a:gd name="csY10" fmla="*/ 570929 h 734187"/>
                    <a:gd name="csX11" fmla="*/ 275177 w 553116"/>
                    <a:gd name="csY11" fmla="*/ 645605 h 734187"/>
                    <a:gd name="csX12" fmla="*/ 456152 w 553116"/>
                    <a:gd name="csY12" fmla="*/ 462725 h 734187"/>
                    <a:gd name="csX13" fmla="*/ 454247 w 553116"/>
                    <a:gd name="csY13" fmla="*/ 462725 h 734187"/>
                    <a:gd name="csX14" fmla="*/ 456247 w 553116"/>
                    <a:gd name="csY14" fmla="*/ 272415 h 734187"/>
                    <a:gd name="csX15" fmla="*/ 274320 w 553116"/>
                    <a:gd name="csY15" fmla="*/ 88678 h 734187"/>
                    <a:gd name="csX16" fmla="*/ 97060 w 553116"/>
                    <a:gd name="csY16" fmla="*/ 272415 h 734187"/>
                    <a:gd name="csX17" fmla="*/ 275272 w 553116"/>
                    <a:gd name="csY17" fmla="*/ 455295 h 734187"/>
                    <a:gd name="csX18" fmla="*/ 456247 w 553116"/>
                    <a:gd name="csY18" fmla="*/ 272415 h 7341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553116" h="734187">
                      <a:moveTo>
                        <a:pt x="454342" y="462725"/>
                      </a:moveTo>
                      <a:cubicBezTo>
                        <a:pt x="414242" y="516827"/>
                        <a:pt x="349853" y="543878"/>
                        <a:pt x="276130" y="543878"/>
                      </a:cubicBezTo>
                      <a:cubicBezTo>
                        <a:pt x="127825" y="543878"/>
                        <a:pt x="0" y="416052"/>
                        <a:pt x="0" y="276130"/>
                      </a:cubicBezTo>
                      <a:cubicBezTo>
                        <a:pt x="0" y="120396"/>
                        <a:pt x="121253" y="0"/>
                        <a:pt x="277082" y="0"/>
                      </a:cubicBezTo>
                      <a:cubicBezTo>
                        <a:pt x="344234" y="0"/>
                        <a:pt x="415099" y="28004"/>
                        <a:pt x="456152" y="73724"/>
                      </a:cubicBezTo>
                      <a:lnTo>
                        <a:pt x="456152" y="14002"/>
                      </a:lnTo>
                      <a:lnTo>
                        <a:pt x="553117" y="14002"/>
                      </a:lnTo>
                      <a:lnTo>
                        <a:pt x="553117" y="462725"/>
                      </a:lnTo>
                      <a:cubicBezTo>
                        <a:pt x="553117" y="630650"/>
                        <a:pt x="449580" y="734187"/>
                        <a:pt x="274225" y="734187"/>
                      </a:cubicBezTo>
                      <a:cubicBezTo>
                        <a:pt x="155734" y="734187"/>
                        <a:pt x="62484" y="671703"/>
                        <a:pt x="18669" y="570929"/>
                      </a:cubicBezTo>
                      <a:lnTo>
                        <a:pt x="126873" y="570929"/>
                      </a:lnTo>
                      <a:cubicBezTo>
                        <a:pt x="163259" y="622268"/>
                        <a:pt x="211741" y="645605"/>
                        <a:pt x="275177" y="645605"/>
                      </a:cubicBezTo>
                      <a:cubicBezTo>
                        <a:pt x="393668" y="645605"/>
                        <a:pt x="456152" y="581216"/>
                        <a:pt x="456152" y="462725"/>
                      </a:cubicBezTo>
                      <a:lnTo>
                        <a:pt x="454247" y="462725"/>
                      </a:lnTo>
                      <a:close/>
                      <a:moveTo>
                        <a:pt x="456247" y="272415"/>
                      </a:moveTo>
                      <a:cubicBezTo>
                        <a:pt x="456247" y="151162"/>
                        <a:pt x="363855" y="88678"/>
                        <a:pt x="274320" y="88678"/>
                      </a:cubicBezTo>
                      <a:cubicBezTo>
                        <a:pt x="178213" y="88678"/>
                        <a:pt x="97060" y="171736"/>
                        <a:pt x="97060" y="272415"/>
                      </a:cubicBezTo>
                      <a:cubicBezTo>
                        <a:pt x="97060" y="373094"/>
                        <a:pt x="179165" y="455295"/>
                        <a:pt x="275272" y="455295"/>
                      </a:cubicBezTo>
                      <a:cubicBezTo>
                        <a:pt x="388144" y="455295"/>
                        <a:pt x="456247" y="356426"/>
                        <a:pt x="456247" y="272415"/>
                      </a:cubicBezTo>
                      <a:close/>
                    </a:path>
                  </a:pathLst>
                </a:custGeom>
                <a:solidFill>
                  <a:srgbClr val="002E6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EB24596E-D9E6-F000-9382-B0DE57924CD5}"/>
                    </a:ext>
                  </a:extLst>
                </p:cNvPr>
                <p:cNvSpPr/>
                <p:nvPr/>
              </p:nvSpPr>
              <p:spPr>
                <a:xfrm>
                  <a:off x="3666839" y="4759737"/>
                  <a:ext cx="527970" cy="543877"/>
                </a:xfrm>
                <a:custGeom>
                  <a:avLst/>
                  <a:gdLst>
                    <a:gd name="csX0" fmla="*/ 97155 w 527970"/>
                    <a:gd name="csY0" fmla="*/ 314420 h 543877"/>
                    <a:gd name="csX1" fmla="*/ 266891 w 527970"/>
                    <a:gd name="csY1" fmla="*/ 455295 h 543877"/>
                    <a:gd name="csX2" fmla="*/ 414242 w 527970"/>
                    <a:gd name="csY2" fmla="*/ 368522 h 543877"/>
                    <a:gd name="csX3" fmla="*/ 511207 w 527970"/>
                    <a:gd name="csY3" fmla="*/ 368522 h 543877"/>
                    <a:gd name="csX4" fmla="*/ 263080 w 527970"/>
                    <a:gd name="csY4" fmla="*/ 543878 h 543877"/>
                    <a:gd name="csX5" fmla="*/ 0 w 527970"/>
                    <a:gd name="csY5" fmla="*/ 277082 h 543877"/>
                    <a:gd name="csX6" fmla="*/ 260223 w 527970"/>
                    <a:gd name="csY6" fmla="*/ 0 h 543877"/>
                    <a:gd name="csX7" fmla="*/ 527971 w 527970"/>
                    <a:gd name="csY7" fmla="*/ 265843 h 543877"/>
                    <a:gd name="csX8" fmla="*/ 525209 w 527970"/>
                    <a:gd name="csY8" fmla="*/ 314325 h 543877"/>
                    <a:gd name="csX9" fmla="*/ 97060 w 527970"/>
                    <a:gd name="csY9" fmla="*/ 314325 h 543877"/>
                    <a:gd name="csX10" fmla="*/ 431101 w 527970"/>
                    <a:gd name="csY10" fmla="*/ 239840 h 543877"/>
                    <a:gd name="csX11" fmla="*/ 263176 w 527970"/>
                    <a:gd name="csY11" fmla="*/ 88678 h 543877"/>
                    <a:gd name="csX12" fmla="*/ 97155 w 527970"/>
                    <a:gd name="csY12" fmla="*/ 239840 h 543877"/>
                    <a:gd name="csX13" fmla="*/ 431101 w 527970"/>
                    <a:gd name="csY13" fmla="*/ 239840 h 5438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527970" h="543877">
                      <a:moveTo>
                        <a:pt x="97155" y="314420"/>
                      </a:moveTo>
                      <a:cubicBezTo>
                        <a:pt x="119539" y="400241"/>
                        <a:pt x="187642" y="455295"/>
                        <a:pt x="266891" y="455295"/>
                      </a:cubicBezTo>
                      <a:cubicBezTo>
                        <a:pt x="327565" y="455295"/>
                        <a:pt x="384429" y="423577"/>
                        <a:pt x="414242" y="368522"/>
                      </a:cubicBezTo>
                      <a:lnTo>
                        <a:pt x="511207" y="368522"/>
                      </a:lnTo>
                      <a:cubicBezTo>
                        <a:pt x="471106" y="474821"/>
                        <a:pt x="374047" y="543878"/>
                        <a:pt x="263080" y="543878"/>
                      </a:cubicBezTo>
                      <a:cubicBezTo>
                        <a:pt x="117538" y="543878"/>
                        <a:pt x="0" y="415195"/>
                        <a:pt x="0" y="277082"/>
                      </a:cubicBezTo>
                      <a:cubicBezTo>
                        <a:pt x="0" y="113824"/>
                        <a:pt x="123158" y="0"/>
                        <a:pt x="260223" y="0"/>
                      </a:cubicBezTo>
                      <a:cubicBezTo>
                        <a:pt x="412242" y="0"/>
                        <a:pt x="527971" y="117538"/>
                        <a:pt x="527971" y="265843"/>
                      </a:cubicBezTo>
                      <a:cubicBezTo>
                        <a:pt x="527971" y="281750"/>
                        <a:pt x="527971" y="296609"/>
                        <a:pt x="525209" y="314325"/>
                      </a:cubicBezTo>
                      <a:lnTo>
                        <a:pt x="97060" y="314325"/>
                      </a:lnTo>
                      <a:close/>
                      <a:moveTo>
                        <a:pt x="431101" y="239840"/>
                      </a:moveTo>
                      <a:cubicBezTo>
                        <a:pt x="423672" y="152114"/>
                        <a:pt x="346234" y="88678"/>
                        <a:pt x="263176" y="88678"/>
                      </a:cubicBezTo>
                      <a:cubicBezTo>
                        <a:pt x="180118" y="88678"/>
                        <a:pt x="104584" y="151162"/>
                        <a:pt x="97155" y="239840"/>
                      </a:cubicBezTo>
                      <a:lnTo>
                        <a:pt x="431101" y="239840"/>
                      </a:lnTo>
                      <a:close/>
                    </a:path>
                  </a:pathLst>
                </a:custGeom>
                <a:solidFill>
                  <a:srgbClr val="002E6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926CF3AA-AD17-BCFD-E572-9F7669CE0D86}"/>
                    </a:ext>
                  </a:extLst>
                </p:cNvPr>
                <p:cNvSpPr/>
                <p:nvPr/>
              </p:nvSpPr>
              <p:spPr>
                <a:xfrm>
                  <a:off x="4276058" y="4759833"/>
                  <a:ext cx="458914" cy="530733"/>
                </a:xfrm>
                <a:custGeom>
                  <a:avLst/>
                  <a:gdLst>
                    <a:gd name="csX0" fmla="*/ 361950 w 458914"/>
                    <a:gd name="csY0" fmla="*/ 530733 h 530733"/>
                    <a:gd name="csX1" fmla="*/ 361950 w 458914"/>
                    <a:gd name="csY1" fmla="*/ 248983 h 530733"/>
                    <a:gd name="csX2" fmla="*/ 233172 w 458914"/>
                    <a:gd name="csY2" fmla="*/ 88582 h 530733"/>
                    <a:gd name="csX3" fmla="*/ 96965 w 458914"/>
                    <a:gd name="csY3" fmla="*/ 248126 h 530733"/>
                    <a:gd name="csX4" fmla="*/ 96965 w 458914"/>
                    <a:gd name="csY4" fmla="*/ 530733 h 530733"/>
                    <a:gd name="csX5" fmla="*/ 0 w 458914"/>
                    <a:gd name="csY5" fmla="*/ 530733 h 530733"/>
                    <a:gd name="csX6" fmla="*/ 0 w 458914"/>
                    <a:gd name="csY6" fmla="*/ 14002 h 530733"/>
                    <a:gd name="csX7" fmla="*/ 90488 w 458914"/>
                    <a:gd name="csY7" fmla="*/ 14002 h 530733"/>
                    <a:gd name="csX8" fmla="*/ 90488 w 458914"/>
                    <a:gd name="csY8" fmla="*/ 69056 h 530733"/>
                    <a:gd name="csX9" fmla="*/ 92393 w 458914"/>
                    <a:gd name="csY9" fmla="*/ 69056 h 530733"/>
                    <a:gd name="csX10" fmla="*/ 243459 w 458914"/>
                    <a:gd name="csY10" fmla="*/ 0 h 530733"/>
                    <a:gd name="csX11" fmla="*/ 458915 w 458914"/>
                    <a:gd name="csY11" fmla="*/ 221075 h 530733"/>
                    <a:gd name="csX12" fmla="*/ 458915 w 458914"/>
                    <a:gd name="csY12" fmla="*/ 530733 h 530733"/>
                    <a:gd name="csX13" fmla="*/ 361950 w 458914"/>
                    <a:gd name="csY13" fmla="*/ 530733 h 5307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458914" h="530733">
                      <a:moveTo>
                        <a:pt x="361950" y="530733"/>
                      </a:moveTo>
                      <a:lnTo>
                        <a:pt x="361950" y="248983"/>
                      </a:lnTo>
                      <a:cubicBezTo>
                        <a:pt x="361950" y="139827"/>
                        <a:pt x="318992" y="88582"/>
                        <a:pt x="233172" y="88582"/>
                      </a:cubicBezTo>
                      <a:cubicBezTo>
                        <a:pt x="147352" y="88582"/>
                        <a:pt x="96965" y="151066"/>
                        <a:pt x="96965" y="248126"/>
                      </a:cubicBezTo>
                      <a:lnTo>
                        <a:pt x="96965" y="530733"/>
                      </a:lnTo>
                      <a:lnTo>
                        <a:pt x="0" y="530733"/>
                      </a:lnTo>
                      <a:lnTo>
                        <a:pt x="0" y="14002"/>
                      </a:lnTo>
                      <a:lnTo>
                        <a:pt x="90488" y="14002"/>
                      </a:lnTo>
                      <a:lnTo>
                        <a:pt x="90488" y="69056"/>
                      </a:lnTo>
                      <a:lnTo>
                        <a:pt x="92393" y="69056"/>
                      </a:lnTo>
                      <a:cubicBezTo>
                        <a:pt x="130588" y="19621"/>
                        <a:pt x="183833" y="0"/>
                        <a:pt x="243459" y="0"/>
                      </a:cubicBezTo>
                      <a:cubicBezTo>
                        <a:pt x="367475" y="0"/>
                        <a:pt x="458915" y="78391"/>
                        <a:pt x="458915" y="221075"/>
                      </a:cubicBezTo>
                      <a:lnTo>
                        <a:pt x="458915" y="530733"/>
                      </a:lnTo>
                      <a:lnTo>
                        <a:pt x="361950" y="530733"/>
                      </a:lnTo>
                      <a:close/>
                    </a:path>
                  </a:pathLst>
                </a:custGeom>
                <a:solidFill>
                  <a:srgbClr val="002E6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743DDEC-374B-F8DB-ECFA-516159CD7E6D}"/>
                    </a:ext>
                  </a:extLst>
                </p:cNvPr>
                <p:cNvSpPr/>
                <p:nvPr/>
              </p:nvSpPr>
              <p:spPr>
                <a:xfrm>
                  <a:off x="4785455" y="4600384"/>
                  <a:ext cx="251745" cy="690181"/>
                </a:xfrm>
                <a:custGeom>
                  <a:avLst/>
                  <a:gdLst>
                    <a:gd name="csX0" fmla="*/ 69913 w 251745"/>
                    <a:gd name="csY0" fmla="*/ 690181 h 690181"/>
                    <a:gd name="csX1" fmla="*/ 69913 w 251745"/>
                    <a:gd name="csY1" fmla="*/ 262033 h 690181"/>
                    <a:gd name="csX2" fmla="*/ 0 w 251745"/>
                    <a:gd name="csY2" fmla="*/ 262033 h 690181"/>
                    <a:gd name="csX3" fmla="*/ 0 w 251745"/>
                    <a:gd name="csY3" fmla="*/ 173450 h 690181"/>
                    <a:gd name="csX4" fmla="*/ 69913 w 251745"/>
                    <a:gd name="csY4" fmla="*/ 173450 h 690181"/>
                    <a:gd name="csX5" fmla="*/ 69913 w 251745"/>
                    <a:gd name="csY5" fmla="*/ 0 h 690181"/>
                    <a:gd name="csX6" fmla="*/ 166878 w 251745"/>
                    <a:gd name="csY6" fmla="*/ 0 h 690181"/>
                    <a:gd name="csX7" fmla="*/ 166878 w 251745"/>
                    <a:gd name="csY7" fmla="*/ 173450 h 690181"/>
                    <a:gd name="csX8" fmla="*/ 251746 w 251745"/>
                    <a:gd name="csY8" fmla="*/ 173450 h 690181"/>
                    <a:gd name="csX9" fmla="*/ 251746 w 251745"/>
                    <a:gd name="csY9" fmla="*/ 262033 h 690181"/>
                    <a:gd name="csX10" fmla="*/ 166878 w 251745"/>
                    <a:gd name="csY10" fmla="*/ 262033 h 690181"/>
                    <a:gd name="csX11" fmla="*/ 166878 w 251745"/>
                    <a:gd name="csY11" fmla="*/ 690181 h 690181"/>
                    <a:gd name="csX12" fmla="*/ 69913 w 251745"/>
                    <a:gd name="csY12" fmla="*/ 690181 h 6901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251745" h="690181">
                      <a:moveTo>
                        <a:pt x="69913" y="690181"/>
                      </a:moveTo>
                      <a:lnTo>
                        <a:pt x="69913" y="262033"/>
                      </a:lnTo>
                      <a:lnTo>
                        <a:pt x="0" y="262033"/>
                      </a:lnTo>
                      <a:lnTo>
                        <a:pt x="0" y="173450"/>
                      </a:lnTo>
                      <a:lnTo>
                        <a:pt x="69913" y="173450"/>
                      </a:lnTo>
                      <a:lnTo>
                        <a:pt x="69913" y="0"/>
                      </a:lnTo>
                      <a:lnTo>
                        <a:pt x="166878" y="0"/>
                      </a:lnTo>
                      <a:lnTo>
                        <a:pt x="166878" y="173450"/>
                      </a:lnTo>
                      <a:lnTo>
                        <a:pt x="251746" y="173450"/>
                      </a:lnTo>
                      <a:lnTo>
                        <a:pt x="251746" y="262033"/>
                      </a:lnTo>
                      <a:lnTo>
                        <a:pt x="166878" y="262033"/>
                      </a:lnTo>
                      <a:lnTo>
                        <a:pt x="166878" y="690181"/>
                      </a:lnTo>
                      <a:lnTo>
                        <a:pt x="69913" y="690181"/>
                      </a:lnTo>
                      <a:close/>
                    </a:path>
                  </a:pathLst>
                </a:custGeom>
                <a:solidFill>
                  <a:srgbClr val="002E6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A5A877BF-293B-037D-B5B4-F2E4BDC138A3}"/>
                    </a:ext>
                  </a:extLst>
                </p:cNvPr>
                <p:cNvSpPr/>
                <p:nvPr/>
              </p:nvSpPr>
              <p:spPr>
                <a:xfrm>
                  <a:off x="5087588" y="4600289"/>
                  <a:ext cx="96964" cy="690276"/>
                </a:xfrm>
                <a:custGeom>
                  <a:avLst/>
                  <a:gdLst>
                    <a:gd name="csX0" fmla="*/ 0 w 96964"/>
                    <a:gd name="csY0" fmla="*/ 113824 h 690276"/>
                    <a:gd name="csX1" fmla="*/ 0 w 96964"/>
                    <a:gd name="csY1" fmla="*/ 0 h 690276"/>
                    <a:gd name="csX2" fmla="*/ 96964 w 96964"/>
                    <a:gd name="csY2" fmla="*/ 0 h 690276"/>
                    <a:gd name="csX3" fmla="*/ 96964 w 96964"/>
                    <a:gd name="csY3" fmla="*/ 113824 h 690276"/>
                    <a:gd name="csX4" fmla="*/ 0 w 96964"/>
                    <a:gd name="csY4" fmla="*/ 113824 h 690276"/>
                    <a:gd name="csX5" fmla="*/ 0 w 96964"/>
                    <a:gd name="csY5" fmla="*/ 690277 h 690276"/>
                    <a:gd name="csX6" fmla="*/ 0 w 96964"/>
                    <a:gd name="csY6" fmla="*/ 173546 h 690276"/>
                    <a:gd name="csX7" fmla="*/ 96964 w 96964"/>
                    <a:gd name="csY7" fmla="*/ 173546 h 690276"/>
                    <a:gd name="csX8" fmla="*/ 96964 w 96964"/>
                    <a:gd name="csY8" fmla="*/ 690277 h 690276"/>
                    <a:gd name="csX9" fmla="*/ 0 w 96964"/>
                    <a:gd name="csY9" fmla="*/ 690277 h 6902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96964" h="690276">
                      <a:moveTo>
                        <a:pt x="0" y="113824"/>
                      </a:moveTo>
                      <a:lnTo>
                        <a:pt x="0" y="0"/>
                      </a:lnTo>
                      <a:lnTo>
                        <a:pt x="96964" y="0"/>
                      </a:lnTo>
                      <a:lnTo>
                        <a:pt x="96964" y="113824"/>
                      </a:lnTo>
                      <a:lnTo>
                        <a:pt x="0" y="113824"/>
                      </a:lnTo>
                      <a:close/>
                      <a:moveTo>
                        <a:pt x="0" y="690277"/>
                      </a:moveTo>
                      <a:lnTo>
                        <a:pt x="0" y="173546"/>
                      </a:lnTo>
                      <a:lnTo>
                        <a:pt x="96964" y="173546"/>
                      </a:lnTo>
                      <a:lnTo>
                        <a:pt x="96964" y="690277"/>
                      </a:lnTo>
                      <a:lnTo>
                        <a:pt x="0" y="690277"/>
                      </a:lnTo>
                      <a:close/>
                    </a:path>
                  </a:pathLst>
                </a:custGeom>
                <a:solidFill>
                  <a:srgbClr val="002E6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AC2EC73-CC39-A278-C3DF-DF3738FFCE02}"/>
                    </a:ext>
                  </a:extLst>
                </p:cNvPr>
                <p:cNvSpPr/>
                <p:nvPr/>
              </p:nvSpPr>
              <p:spPr>
                <a:xfrm>
                  <a:off x="5267610" y="4759737"/>
                  <a:ext cx="519683" cy="543877"/>
                </a:xfrm>
                <a:custGeom>
                  <a:avLst/>
                  <a:gdLst>
                    <a:gd name="csX0" fmla="*/ 519589 w 519683"/>
                    <a:gd name="csY0" fmla="*/ 360140 h 543877"/>
                    <a:gd name="csX1" fmla="*/ 264890 w 519683"/>
                    <a:gd name="csY1" fmla="*/ 543878 h 543877"/>
                    <a:gd name="csX2" fmla="*/ 0 w 519683"/>
                    <a:gd name="csY2" fmla="*/ 277082 h 543877"/>
                    <a:gd name="csX3" fmla="*/ 263938 w 519683"/>
                    <a:gd name="csY3" fmla="*/ 0 h 543877"/>
                    <a:gd name="csX4" fmla="*/ 519589 w 519683"/>
                    <a:gd name="csY4" fmla="*/ 185642 h 543877"/>
                    <a:gd name="csX5" fmla="*/ 412337 w 519683"/>
                    <a:gd name="csY5" fmla="*/ 185642 h 543877"/>
                    <a:gd name="csX6" fmla="*/ 266795 w 519683"/>
                    <a:gd name="csY6" fmla="*/ 88678 h 543877"/>
                    <a:gd name="csX7" fmla="*/ 97060 w 519683"/>
                    <a:gd name="csY7" fmla="*/ 271558 h 543877"/>
                    <a:gd name="csX8" fmla="*/ 264986 w 519683"/>
                    <a:gd name="csY8" fmla="*/ 455295 h 543877"/>
                    <a:gd name="csX9" fmla="*/ 411480 w 519683"/>
                    <a:gd name="csY9" fmla="*/ 360140 h 543877"/>
                    <a:gd name="csX10" fmla="*/ 519684 w 519683"/>
                    <a:gd name="csY10" fmla="*/ 360140 h 5438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519683" h="543877">
                      <a:moveTo>
                        <a:pt x="519589" y="360140"/>
                      </a:moveTo>
                      <a:cubicBezTo>
                        <a:pt x="478536" y="476726"/>
                        <a:pt x="379667" y="543878"/>
                        <a:pt x="264890" y="543878"/>
                      </a:cubicBezTo>
                      <a:cubicBezTo>
                        <a:pt x="116586" y="543878"/>
                        <a:pt x="0" y="424434"/>
                        <a:pt x="0" y="277082"/>
                      </a:cubicBezTo>
                      <a:cubicBezTo>
                        <a:pt x="0" y="121253"/>
                        <a:pt x="112871" y="0"/>
                        <a:pt x="263938" y="0"/>
                      </a:cubicBezTo>
                      <a:cubicBezTo>
                        <a:pt x="381476" y="0"/>
                        <a:pt x="488728" y="73724"/>
                        <a:pt x="519589" y="185642"/>
                      </a:cubicBezTo>
                      <a:lnTo>
                        <a:pt x="412337" y="185642"/>
                      </a:lnTo>
                      <a:cubicBezTo>
                        <a:pt x="383381" y="125063"/>
                        <a:pt x="336804" y="88678"/>
                        <a:pt x="266795" y="88678"/>
                      </a:cubicBezTo>
                      <a:cubicBezTo>
                        <a:pt x="165068" y="88678"/>
                        <a:pt x="97060" y="166116"/>
                        <a:pt x="97060" y="271558"/>
                      </a:cubicBezTo>
                      <a:cubicBezTo>
                        <a:pt x="97060" y="377000"/>
                        <a:pt x="166973" y="455295"/>
                        <a:pt x="264986" y="455295"/>
                      </a:cubicBezTo>
                      <a:cubicBezTo>
                        <a:pt x="331184" y="455295"/>
                        <a:pt x="384429" y="419862"/>
                        <a:pt x="411480" y="360140"/>
                      </a:cubicBezTo>
                      <a:lnTo>
                        <a:pt x="519684" y="360140"/>
                      </a:lnTo>
                      <a:close/>
                    </a:path>
                  </a:pathLst>
                </a:custGeom>
                <a:solidFill>
                  <a:srgbClr val="002E6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C45B1C5-61A2-7E68-8116-42A56115B9D0}"/>
                  </a:ext>
                </a:extLst>
              </p:cNvPr>
              <p:cNvSpPr/>
              <p:nvPr/>
            </p:nvSpPr>
            <p:spPr>
              <a:xfrm>
                <a:off x="7008015" y="4366631"/>
                <a:ext cx="276611" cy="276425"/>
              </a:xfrm>
              <a:custGeom>
                <a:avLst/>
                <a:gdLst>
                  <a:gd name="csX0" fmla="*/ 270513 w 276611"/>
                  <a:gd name="csY0" fmla="*/ 130693 h 276425"/>
                  <a:gd name="csX1" fmla="*/ 265464 w 276611"/>
                  <a:gd name="csY1" fmla="*/ 129836 h 276425"/>
                  <a:gd name="csX2" fmla="*/ 182121 w 276611"/>
                  <a:gd name="csY2" fmla="*/ 94498 h 276425"/>
                  <a:gd name="csX3" fmla="*/ 146783 w 276611"/>
                  <a:gd name="csY3" fmla="*/ 11249 h 276425"/>
                  <a:gd name="csX4" fmla="*/ 145926 w 276611"/>
                  <a:gd name="csY4" fmla="*/ 6011 h 276425"/>
                  <a:gd name="csX5" fmla="*/ 138211 w 276611"/>
                  <a:gd name="csY5" fmla="*/ 10 h 276425"/>
                  <a:gd name="csX6" fmla="*/ 130686 w 276611"/>
                  <a:gd name="csY6" fmla="*/ 6106 h 276425"/>
                  <a:gd name="csX7" fmla="*/ 130019 w 276611"/>
                  <a:gd name="csY7" fmla="*/ 10583 h 276425"/>
                  <a:gd name="csX8" fmla="*/ 94777 w 276611"/>
                  <a:gd name="csY8" fmla="*/ 94212 h 276425"/>
                  <a:gd name="csX9" fmla="*/ 12385 w 276611"/>
                  <a:gd name="csY9" fmla="*/ 129359 h 276425"/>
                  <a:gd name="csX10" fmla="*/ 5718 w 276611"/>
                  <a:gd name="csY10" fmla="*/ 130693 h 276425"/>
                  <a:gd name="csX11" fmla="*/ 3 w 276611"/>
                  <a:gd name="csY11" fmla="*/ 138408 h 276425"/>
                  <a:gd name="csX12" fmla="*/ 6099 w 276611"/>
                  <a:gd name="csY12" fmla="*/ 145838 h 276425"/>
                  <a:gd name="csX13" fmla="*/ 10766 w 276611"/>
                  <a:gd name="csY13" fmla="*/ 146504 h 276425"/>
                  <a:gd name="csX14" fmla="*/ 94300 w 276611"/>
                  <a:gd name="csY14" fmla="*/ 181842 h 276425"/>
                  <a:gd name="csX15" fmla="*/ 129733 w 276611"/>
                  <a:gd name="csY15" fmla="*/ 264900 h 276425"/>
                  <a:gd name="csX16" fmla="*/ 130686 w 276611"/>
                  <a:gd name="csY16" fmla="*/ 270520 h 276425"/>
                  <a:gd name="csX17" fmla="*/ 138306 w 276611"/>
                  <a:gd name="csY17" fmla="*/ 276425 h 276425"/>
                  <a:gd name="csX18" fmla="*/ 138306 w 276611"/>
                  <a:gd name="csY18" fmla="*/ 276425 h 276425"/>
                  <a:gd name="csX19" fmla="*/ 145926 w 276611"/>
                  <a:gd name="csY19" fmla="*/ 270520 h 276425"/>
                  <a:gd name="csX20" fmla="*/ 146878 w 276611"/>
                  <a:gd name="csY20" fmla="*/ 265281 h 276425"/>
                  <a:gd name="csX21" fmla="*/ 181930 w 276611"/>
                  <a:gd name="csY21" fmla="*/ 182128 h 276425"/>
                  <a:gd name="csX22" fmla="*/ 264607 w 276611"/>
                  <a:gd name="csY22" fmla="*/ 146885 h 276425"/>
                  <a:gd name="csX23" fmla="*/ 270894 w 276611"/>
                  <a:gd name="csY23" fmla="*/ 145647 h 276425"/>
                  <a:gd name="csX24" fmla="*/ 276609 w 276611"/>
                  <a:gd name="csY24" fmla="*/ 137932 h 276425"/>
                  <a:gd name="csX25" fmla="*/ 270608 w 276611"/>
                  <a:gd name="csY25" fmla="*/ 130407 h 2764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76611" h="276425">
                    <a:moveTo>
                      <a:pt x="270513" y="130693"/>
                    </a:moveTo>
                    <a:cubicBezTo>
                      <a:pt x="269465" y="130407"/>
                      <a:pt x="267846" y="130217"/>
                      <a:pt x="265464" y="129836"/>
                    </a:cubicBezTo>
                    <a:cubicBezTo>
                      <a:pt x="249939" y="127550"/>
                      <a:pt x="208791" y="121549"/>
                      <a:pt x="182121" y="94498"/>
                    </a:cubicBezTo>
                    <a:cubicBezTo>
                      <a:pt x="154974" y="66971"/>
                      <a:pt x="148974" y="26489"/>
                      <a:pt x="146783" y="11249"/>
                    </a:cubicBezTo>
                    <a:cubicBezTo>
                      <a:pt x="146402" y="8773"/>
                      <a:pt x="146212" y="7058"/>
                      <a:pt x="145926" y="6011"/>
                    </a:cubicBezTo>
                    <a:cubicBezTo>
                      <a:pt x="145069" y="2391"/>
                      <a:pt x="141735" y="-180"/>
                      <a:pt x="138211" y="10"/>
                    </a:cubicBezTo>
                    <a:cubicBezTo>
                      <a:pt x="134591" y="10"/>
                      <a:pt x="131543" y="2582"/>
                      <a:pt x="130686" y="6106"/>
                    </a:cubicBezTo>
                    <a:cubicBezTo>
                      <a:pt x="130495" y="6963"/>
                      <a:pt x="130305" y="8392"/>
                      <a:pt x="130019" y="10583"/>
                    </a:cubicBezTo>
                    <a:cubicBezTo>
                      <a:pt x="128114" y="25061"/>
                      <a:pt x="122208" y="69066"/>
                      <a:pt x="94777" y="94212"/>
                    </a:cubicBezTo>
                    <a:cubicBezTo>
                      <a:pt x="67535" y="119072"/>
                      <a:pt x="28959" y="126312"/>
                      <a:pt x="12385" y="129359"/>
                    </a:cubicBezTo>
                    <a:cubicBezTo>
                      <a:pt x="9337" y="129931"/>
                      <a:pt x="7147" y="130312"/>
                      <a:pt x="5718" y="130693"/>
                    </a:cubicBezTo>
                    <a:cubicBezTo>
                      <a:pt x="2289" y="131645"/>
                      <a:pt x="-93" y="134884"/>
                      <a:pt x="3" y="138408"/>
                    </a:cubicBezTo>
                    <a:cubicBezTo>
                      <a:pt x="98" y="142028"/>
                      <a:pt x="2574" y="145076"/>
                      <a:pt x="6099" y="145838"/>
                    </a:cubicBezTo>
                    <a:cubicBezTo>
                      <a:pt x="7051" y="146028"/>
                      <a:pt x="8480" y="146219"/>
                      <a:pt x="10766" y="146504"/>
                    </a:cubicBezTo>
                    <a:cubicBezTo>
                      <a:pt x="25054" y="148409"/>
                      <a:pt x="68392" y="154315"/>
                      <a:pt x="94300" y="181842"/>
                    </a:cubicBezTo>
                    <a:cubicBezTo>
                      <a:pt x="121161" y="210417"/>
                      <a:pt x="127352" y="250041"/>
                      <a:pt x="129733" y="264900"/>
                    </a:cubicBezTo>
                    <a:cubicBezTo>
                      <a:pt x="130114" y="267472"/>
                      <a:pt x="130400" y="269377"/>
                      <a:pt x="130686" y="270520"/>
                    </a:cubicBezTo>
                    <a:cubicBezTo>
                      <a:pt x="131543" y="274044"/>
                      <a:pt x="134686" y="276425"/>
                      <a:pt x="138306" y="276425"/>
                    </a:cubicBezTo>
                    <a:lnTo>
                      <a:pt x="138306" y="276425"/>
                    </a:lnTo>
                    <a:cubicBezTo>
                      <a:pt x="141925" y="276425"/>
                      <a:pt x="144973" y="274044"/>
                      <a:pt x="145926" y="270520"/>
                    </a:cubicBezTo>
                    <a:cubicBezTo>
                      <a:pt x="146212" y="269567"/>
                      <a:pt x="146497" y="267853"/>
                      <a:pt x="146878" y="265281"/>
                    </a:cubicBezTo>
                    <a:cubicBezTo>
                      <a:pt x="149355" y="250517"/>
                      <a:pt x="156880" y="205369"/>
                      <a:pt x="181930" y="182128"/>
                    </a:cubicBezTo>
                    <a:cubicBezTo>
                      <a:pt x="209172" y="156887"/>
                      <a:pt x="249463" y="149648"/>
                      <a:pt x="264607" y="146885"/>
                    </a:cubicBezTo>
                    <a:cubicBezTo>
                      <a:pt x="267465" y="146409"/>
                      <a:pt x="269560" y="146028"/>
                      <a:pt x="270894" y="145647"/>
                    </a:cubicBezTo>
                    <a:cubicBezTo>
                      <a:pt x="274323" y="144695"/>
                      <a:pt x="276704" y="141551"/>
                      <a:pt x="276609" y="137932"/>
                    </a:cubicBezTo>
                    <a:cubicBezTo>
                      <a:pt x="276609" y="134312"/>
                      <a:pt x="274037" y="131264"/>
                      <a:pt x="270608" y="130407"/>
                    </a:cubicBezTo>
                    <a:close/>
                  </a:path>
                </a:pathLst>
              </a:custGeom>
              <a:solidFill>
                <a:srgbClr val="006E5E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86C0A7B-9978-BFB8-763E-67F5647D5A0D}"/>
                  </a:ext>
                </a:extLst>
              </p:cNvPr>
              <p:cNvSpPr/>
              <p:nvPr/>
            </p:nvSpPr>
            <p:spPr>
              <a:xfrm>
                <a:off x="5811297" y="4613338"/>
                <a:ext cx="1222241" cy="692562"/>
              </a:xfrm>
              <a:custGeom>
                <a:avLst/>
                <a:gdLst>
                  <a:gd name="csX0" fmla="*/ 259556 w 1222241"/>
                  <a:gd name="csY0" fmla="*/ 692563 h 692562"/>
                  <a:gd name="csX1" fmla="*/ 0 w 1222241"/>
                  <a:gd name="csY1" fmla="*/ 692563 h 692562"/>
                  <a:gd name="csX2" fmla="*/ 197358 w 1222241"/>
                  <a:gd name="csY2" fmla="*/ 343662 h 692562"/>
                  <a:gd name="csX3" fmla="*/ 212503 w 1222241"/>
                  <a:gd name="csY3" fmla="*/ 316992 h 692562"/>
                  <a:gd name="csX4" fmla="*/ 384620 w 1222241"/>
                  <a:gd name="csY4" fmla="*/ 154877 h 692562"/>
                  <a:gd name="csX5" fmla="*/ 489014 w 1222241"/>
                  <a:gd name="csY5" fmla="*/ 159353 h 692562"/>
                  <a:gd name="csX6" fmla="*/ 512731 w 1222241"/>
                  <a:gd name="csY6" fmla="*/ 117920 h 692562"/>
                  <a:gd name="csX7" fmla="*/ 522066 w 1222241"/>
                  <a:gd name="csY7" fmla="*/ 101155 h 692562"/>
                  <a:gd name="csX8" fmla="*/ 618363 w 1222241"/>
                  <a:gd name="csY8" fmla="*/ 857 h 692562"/>
                  <a:gd name="csX9" fmla="*/ 700945 w 1222241"/>
                  <a:gd name="csY9" fmla="*/ 67437 h 692562"/>
                  <a:gd name="csX10" fmla="*/ 701326 w 1222241"/>
                  <a:gd name="csY10" fmla="*/ 68009 h 692562"/>
                  <a:gd name="csX11" fmla="*/ 752189 w 1222241"/>
                  <a:gd name="csY11" fmla="*/ 154781 h 692562"/>
                  <a:gd name="csX12" fmla="*/ 982694 w 1222241"/>
                  <a:gd name="csY12" fmla="*/ 562642 h 692562"/>
                  <a:gd name="csX13" fmla="*/ 986600 w 1222241"/>
                  <a:gd name="csY13" fmla="*/ 0 h 692562"/>
                  <a:gd name="csX14" fmla="*/ 1222153 w 1222241"/>
                  <a:gd name="csY14" fmla="*/ 0 h 692562"/>
                  <a:gd name="csX15" fmla="*/ 1222153 w 1222241"/>
                  <a:gd name="csY15" fmla="*/ 593598 h 692562"/>
                  <a:gd name="csX16" fmla="*/ 1165003 w 1222241"/>
                  <a:gd name="csY16" fmla="*/ 687038 h 692562"/>
                  <a:gd name="csX17" fmla="*/ 1162622 w 1222241"/>
                  <a:gd name="csY17" fmla="*/ 687038 h 692562"/>
                  <a:gd name="csX18" fmla="*/ 778859 w 1222241"/>
                  <a:gd name="csY18" fmla="*/ 687038 h 692562"/>
                  <a:gd name="csX19" fmla="*/ 610553 w 1222241"/>
                  <a:gd name="csY19" fmla="*/ 381286 h 692562"/>
                  <a:gd name="csX20" fmla="*/ 596742 w 1222241"/>
                  <a:gd name="csY20" fmla="*/ 355759 h 692562"/>
                  <a:gd name="csX21" fmla="*/ 515874 w 1222241"/>
                  <a:gd name="csY21" fmla="*/ 244888 h 692562"/>
                  <a:gd name="csX22" fmla="*/ 259652 w 1222241"/>
                  <a:gd name="csY22" fmla="*/ 692372 h 692562"/>
                  <a:gd name="csX23" fmla="*/ 112871 w 1222241"/>
                  <a:gd name="csY23" fmla="*/ 626745 h 692562"/>
                  <a:gd name="csX24" fmla="*/ 221361 w 1222241"/>
                  <a:gd name="csY24" fmla="*/ 626745 h 692562"/>
                  <a:gd name="csX25" fmla="*/ 455200 w 1222241"/>
                  <a:gd name="csY25" fmla="*/ 218408 h 692562"/>
                  <a:gd name="csX26" fmla="*/ 402717 w 1222241"/>
                  <a:gd name="csY26" fmla="*/ 218218 h 692562"/>
                  <a:gd name="csX27" fmla="*/ 269843 w 1222241"/>
                  <a:gd name="csY27" fmla="*/ 349377 h 692562"/>
                  <a:gd name="csX28" fmla="*/ 254413 w 1222241"/>
                  <a:gd name="csY28" fmla="*/ 376428 h 692562"/>
                  <a:gd name="csX29" fmla="*/ 112871 w 1222241"/>
                  <a:gd name="csY29" fmla="*/ 626745 h 692562"/>
                  <a:gd name="csX30" fmla="*/ 1048036 w 1222241"/>
                  <a:gd name="csY30" fmla="*/ 621411 h 692562"/>
                  <a:gd name="csX31" fmla="*/ 1155764 w 1222241"/>
                  <a:gd name="csY31" fmla="*/ 621411 h 692562"/>
                  <a:gd name="csX32" fmla="*/ 1156240 w 1222241"/>
                  <a:gd name="csY32" fmla="*/ 594170 h 692562"/>
                  <a:gd name="csX33" fmla="*/ 1156240 w 1222241"/>
                  <a:gd name="csY33" fmla="*/ 66008 h 692562"/>
                  <a:gd name="csX34" fmla="*/ 1051941 w 1222241"/>
                  <a:gd name="csY34" fmla="*/ 66008 h 692562"/>
                  <a:gd name="csX35" fmla="*/ 1048036 w 1222241"/>
                  <a:gd name="csY35" fmla="*/ 621506 h 692562"/>
                  <a:gd name="csX36" fmla="*/ 817626 w 1222241"/>
                  <a:gd name="csY36" fmla="*/ 621411 h 692562"/>
                  <a:gd name="csX37" fmla="*/ 940213 w 1222241"/>
                  <a:gd name="csY37" fmla="*/ 621411 h 692562"/>
                  <a:gd name="csX38" fmla="*/ 694944 w 1222241"/>
                  <a:gd name="csY38" fmla="*/ 187452 h 692562"/>
                  <a:gd name="csX39" fmla="*/ 644652 w 1222241"/>
                  <a:gd name="csY39" fmla="*/ 101632 h 692562"/>
                  <a:gd name="csX40" fmla="*/ 630079 w 1222241"/>
                  <a:gd name="csY40" fmla="*/ 80105 h 692562"/>
                  <a:gd name="csX41" fmla="*/ 619887 w 1222241"/>
                  <a:gd name="csY41" fmla="*/ 71438 h 692562"/>
                  <a:gd name="csX42" fmla="*/ 613029 w 1222241"/>
                  <a:gd name="csY42" fmla="*/ 77153 h 692562"/>
                  <a:gd name="csX43" fmla="*/ 603980 w 1222241"/>
                  <a:gd name="csY43" fmla="*/ 90773 h 692562"/>
                  <a:gd name="csX44" fmla="*/ 579596 w 1222241"/>
                  <a:gd name="csY44" fmla="*/ 133160 h 692562"/>
                  <a:gd name="csX45" fmla="*/ 569976 w 1222241"/>
                  <a:gd name="csY45" fmla="*/ 150304 h 692562"/>
                  <a:gd name="csX46" fmla="*/ 548640 w 1222241"/>
                  <a:gd name="csY46" fmla="*/ 187547 h 692562"/>
                  <a:gd name="csX47" fmla="*/ 654749 w 1222241"/>
                  <a:gd name="csY47" fmla="*/ 324803 h 692562"/>
                  <a:gd name="csX48" fmla="*/ 668084 w 1222241"/>
                  <a:gd name="csY48" fmla="*/ 349568 h 692562"/>
                  <a:gd name="csX49" fmla="*/ 817626 w 1222241"/>
                  <a:gd name="csY49" fmla="*/ 621221 h 692562"/>
                  <a:gd name="csX50" fmla="*/ 1162812 w 1222241"/>
                  <a:gd name="csY50" fmla="*/ 621125 h 692562"/>
                  <a:gd name="csX51" fmla="*/ 1162812 w 1222241"/>
                  <a:gd name="csY51" fmla="*/ 621125 h 6925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</a:cxnLst>
                <a:rect l="l" t="t" r="r" b="b"/>
                <a:pathLst>
                  <a:path w="1222241" h="692562">
                    <a:moveTo>
                      <a:pt x="259556" y="692563"/>
                    </a:moveTo>
                    <a:lnTo>
                      <a:pt x="0" y="692563"/>
                    </a:lnTo>
                    <a:lnTo>
                      <a:pt x="197358" y="343662"/>
                    </a:lnTo>
                    <a:cubicBezTo>
                      <a:pt x="202692" y="334423"/>
                      <a:pt x="207645" y="325660"/>
                      <a:pt x="212503" y="316992"/>
                    </a:cubicBezTo>
                    <a:cubicBezTo>
                      <a:pt x="251460" y="247840"/>
                      <a:pt x="288322" y="182499"/>
                      <a:pt x="384620" y="154877"/>
                    </a:cubicBezTo>
                    <a:cubicBezTo>
                      <a:pt x="415385" y="146018"/>
                      <a:pt x="451390" y="147638"/>
                      <a:pt x="489014" y="159353"/>
                    </a:cubicBezTo>
                    <a:lnTo>
                      <a:pt x="512731" y="117920"/>
                    </a:lnTo>
                    <a:cubicBezTo>
                      <a:pt x="515874" y="112300"/>
                      <a:pt x="519017" y="106680"/>
                      <a:pt x="522066" y="101155"/>
                    </a:cubicBezTo>
                    <a:cubicBezTo>
                      <a:pt x="555403" y="41243"/>
                      <a:pt x="577406" y="1714"/>
                      <a:pt x="618363" y="857"/>
                    </a:cubicBezTo>
                    <a:cubicBezTo>
                      <a:pt x="654653" y="0"/>
                      <a:pt x="680466" y="34100"/>
                      <a:pt x="700945" y="67437"/>
                    </a:cubicBezTo>
                    <a:lnTo>
                      <a:pt x="701326" y="68009"/>
                    </a:lnTo>
                    <a:lnTo>
                      <a:pt x="752189" y="154781"/>
                    </a:lnTo>
                    <a:lnTo>
                      <a:pt x="982694" y="562642"/>
                    </a:lnTo>
                    <a:lnTo>
                      <a:pt x="986600" y="0"/>
                    </a:lnTo>
                    <a:lnTo>
                      <a:pt x="1222153" y="0"/>
                    </a:lnTo>
                    <a:lnTo>
                      <a:pt x="1222153" y="593598"/>
                    </a:lnTo>
                    <a:cubicBezTo>
                      <a:pt x="1222629" y="633127"/>
                      <a:pt x="1223201" y="682752"/>
                      <a:pt x="1165003" y="687038"/>
                    </a:cubicBezTo>
                    <a:lnTo>
                      <a:pt x="1162622" y="687038"/>
                    </a:lnTo>
                    <a:cubicBezTo>
                      <a:pt x="1162622" y="687038"/>
                      <a:pt x="778859" y="687038"/>
                      <a:pt x="778859" y="687038"/>
                    </a:cubicBezTo>
                    <a:lnTo>
                      <a:pt x="610553" y="381286"/>
                    </a:lnTo>
                    <a:cubicBezTo>
                      <a:pt x="605885" y="372713"/>
                      <a:pt x="601313" y="364236"/>
                      <a:pt x="596742" y="355759"/>
                    </a:cubicBezTo>
                    <a:cubicBezTo>
                      <a:pt x="572072" y="309563"/>
                      <a:pt x="551307" y="270605"/>
                      <a:pt x="515874" y="244888"/>
                    </a:cubicBezTo>
                    <a:lnTo>
                      <a:pt x="259652" y="692372"/>
                    </a:lnTo>
                    <a:close/>
                    <a:moveTo>
                      <a:pt x="112871" y="626745"/>
                    </a:moveTo>
                    <a:lnTo>
                      <a:pt x="221361" y="626745"/>
                    </a:lnTo>
                    <a:lnTo>
                      <a:pt x="455200" y="218408"/>
                    </a:lnTo>
                    <a:cubicBezTo>
                      <a:pt x="438912" y="214789"/>
                      <a:pt x="420053" y="213265"/>
                      <a:pt x="402717" y="218218"/>
                    </a:cubicBezTo>
                    <a:cubicBezTo>
                      <a:pt x="332423" y="238315"/>
                      <a:pt x="306134" y="284893"/>
                      <a:pt x="269843" y="349377"/>
                    </a:cubicBezTo>
                    <a:cubicBezTo>
                      <a:pt x="264795" y="358235"/>
                      <a:pt x="259747" y="367284"/>
                      <a:pt x="254413" y="376428"/>
                    </a:cubicBezTo>
                    <a:lnTo>
                      <a:pt x="112871" y="626745"/>
                    </a:lnTo>
                    <a:close/>
                    <a:moveTo>
                      <a:pt x="1048036" y="621411"/>
                    </a:moveTo>
                    <a:lnTo>
                      <a:pt x="1155764" y="621411"/>
                    </a:lnTo>
                    <a:cubicBezTo>
                      <a:pt x="1156430" y="612648"/>
                      <a:pt x="1156240" y="599408"/>
                      <a:pt x="1156240" y="594170"/>
                    </a:cubicBezTo>
                    <a:lnTo>
                      <a:pt x="1156240" y="66008"/>
                    </a:lnTo>
                    <a:lnTo>
                      <a:pt x="1051941" y="66008"/>
                    </a:lnTo>
                    <a:lnTo>
                      <a:pt x="1048036" y="621506"/>
                    </a:lnTo>
                    <a:close/>
                    <a:moveTo>
                      <a:pt x="817626" y="621411"/>
                    </a:moveTo>
                    <a:lnTo>
                      <a:pt x="940213" y="621411"/>
                    </a:lnTo>
                    <a:lnTo>
                      <a:pt x="694944" y="187452"/>
                    </a:lnTo>
                    <a:lnTo>
                      <a:pt x="644652" y="101632"/>
                    </a:lnTo>
                    <a:cubicBezTo>
                      <a:pt x="638842" y="92202"/>
                      <a:pt x="633984" y="85249"/>
                      <a:pt x="630079" y="80105"/>
                    </a:cubicBezTo>
                    <a:cubicBezTo>
                      <a:pt x="625507" y="74200"/>
                      <a:pt x="622935" y="71342"/>
                      <a:pt x="619887" y="71438"/>
                    </a:cubicBezTo>
                    <a:cubicBezTo>
                      <a:pt x="617030" y="71438"/>
                      <a:pt x="615506" y="73628"/>
                      <a:pt x="613029" y="77153"/>
                    </a:cubicBezTo>
                    <a:cubicBezTo>
                      <a:pt x="610267" y="81058"/>
                      <a:pt x="607219" y="85725"/>
                      <a:pt x="603980" y="90773"/>
                    </a:cubicBezTo>
                    <a:cubicBezTo>
                      <a:pt x="596075" y="103537"/>
                      <a:pt x="587312" y="119253"/>
                      <a:pt x="579596" y="133160"/>
                    </a:cubicBezTo>
                    <a:cubicBezTo>
                      <a:pt x="576549" y="138684"/>
                      <a:pt x="573310" y="144399"/>
                      <a:pt x="569976" y="150304"/>
                    </a:cubicBezTo>
                    <a:lnTo>
                      <a:pt x="548640" y="187547"/>
                    </a:lnTo>
                    <a:cubicBezTo>
                      <a:pt x="600075" y="222409"/>
                      <a:pt x="627793" y="274320"/>
                      <a:pt x="654749" y="324803"/>
                    </a:cubicBezTo>
                    <a:cubicBezTo>
                      <a:pt x="659130" y="332994"/>
                      <a:pt x="663512" y="341281"/>
                      <a:pt x="668084" y="349568"/>
                    </a:cubicBezTo>
                    <a:lnTo>
                      <a:pt x="817626" y="621221"/>
                    </a:lnTo>
                    <a:close/>
                    <a:moveTo>
                      <a:pt x="1162812" y="621125"/>
                    </a:moveTo>
                    <a:lnTo>
                      <a:pt x="1162812" y="621125"/>
                    </a:lnTo>
                    <a:close/>
                  </a:path>
                </a:pathLst>
              </a:custGeom>
              <a:gradFill>
                <a:gsLst>
                  <a:gs pos="0">
                    <a:srgbClr val="012E71"/>
                  </a:gs>
                  <a:gs pos="60000">
                    <a:srgbClr val="008258"/>
                  </a:gs>
                  <a:gs pos="100000">
                    <a:srgbClr val="59E2B4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B251A09-9D77-21E4-3869-46D767D1AA67}"/>
                </a:ext>
              </a:extLst>
            </p:cNvPr>
            <p:cNvCxnSpPr/>
            <p:nvPr/>
          </p:nvCxnSpPr>
          <p:spPr>
            <a:xfrm>
              <a:off x="7784852" y="1128697"/>
              <a:ext cx="0" cy="494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1776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3222C4-4909-59C8-1FC1-006BA63E5B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1C903C3-9970-342D-C728-E9F755B174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122" y="5833681"/>
            <a:ext cx="1438275" cy="69532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87A282F-C28A-12D4-A0B2-9D4F00A65E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0" y="312801"/>
            <a:ext cx="1983295" cy="63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62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0F71-BAF2-3BC1-4741-72FCFFE7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05614-EAA9-7F8E-A2ED-3D2153201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3833C-A77D-D9FD-4236-1FC20669A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E4AB1-7B73-7A5F-BC99-918E2C2E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FD430-08E6-ACA7-5B1B-F78A3218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7EF4F-64E2-05B4-0821-27CB87F5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221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600-C24A-7E33-4905-0929A9E9E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372CA-2BB3-F6E6-A5B1-694065572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480B4-1E03-1C0C-46B4-E339F6A6A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B1532-3ECE-A2BE-33C3-9CA17C57E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49542-E71C-0385-53BD-8FDCAE7CA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9A46D-683F-F252-1CDF-9EA4E75B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B07DF-64D7-02DB-5CDD-FA779F4A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C8503-70AB-2662-E0E8-61D0F4D5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310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B1AA-C8FA-BD67-3C4E-A34D1380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3BA05-A7A3-A664-5753-598D566C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06456-F476-F522-69E0-822D25E1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D1DC9-6DAB-8629-74E8-64E1F821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527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F617F-8677-09C4-50C0-78F0452E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8E049-2B96-6BD3-5F0B-6483530E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C492F-077E-6A1A-8BFF-DD888067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724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83F2-EBF9-09CC-C00C-DF1B289D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A5823-9D1C-5A05-FA2A-0228CAAD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181BA-5F73-73A3-43A5-2D9C1FCA5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A9C5E-6F29-5C5B-A98E-51D75994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C1F80-0E7D-9CBC-8C83-740D8F26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B554A-84F4-05E7-9A20-37C3F4BE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160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4762-E69E-C462-E2E8-10E890B7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750DA-6653-F1D8-ABB9-1AE65D558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D20D8-42F7-D202-8EF6-17030E892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67372-3E7F-F7C8-09AC-A3F261512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A1527-0394-DD1A-AA36-240BBC1BB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4EEA5-0FEF-9348-FDC2-35F663A2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289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7084-7259-6257-F351-2A76C722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6076B-5AC4-10D0-FA1E-051ABAB86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8D07-B6BB-1DD9-7AFA-0ADFACF0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9BFFA-6D40-5597-90D7-1F6009EB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656B9-0C40-42EA-6878-8065F897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550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5EACE-5144-441B-B81C-8EEE96A67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1A3A-393A-7184-B791-4A1F346EE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BADE4-03F8-86C6-5823-B67BE8F9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CEDF8-EAF7-875B-8BBD-3BD89190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0D187-694D-F179-EDAA-0B92A4F8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57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7D20B-7368-E5D4-067A-02885F23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3AA3B-567E-93AA-0EC1-682BD4FAD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F9C0B-4C6F-A447-4E65-71288B473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09169-8BD6-4C49-93BD-467F8DF88CE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AA557-9868-1657-9B52-83F9596B7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CA95F-B304-C3AA-BEDF-516740342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2DFBC-2E5D-4399-8BDB-9B68E1024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44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7.png"/><Relationship Id="rId4" Type="http://schemas.openxmlformats.org/officeDocument/2006/relationships/image" Target="../media/image2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7.png"/><Relationship Id="rId4" Type="http://schemas.openxmlformats.org/officeDocument/2006/relationships/image" Target="../media/image2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95088-2590-3123-DF38-B052AECD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DF334A5-81BD-BC7D-946B-4DF8EC82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70FF2-AA4F-9D42-A905-00123293B62B}"/>
              </a:ext>
            </a:extLst>
          </p:cNvPr>
          <p:cNvSpPr txBox="1"/>
          <p:nvPr/>
        </p:nvSpPr>
        <p:spPr>
          <a:xfrm>
            <a:off x="1736330" y="2726088"/>
            <a:ext cx="6321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Undercover Agent</a:t>
            </a:r>
            <a:endParaRPr lang="en-US" sz="4400" b="1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EC21B6-B8D5-69AE-B102-88523724BB54}"/>
              </a:ext>
            </a:extLst>
          </p:cNvPr>
          <p:cNvSpPr txBox="1"/>
          <p:nvPr/>
        </p:nvSpPr>
        <p:spPr>
          <a:xfrm>
            <a:off x="1736330" y="3230066"/>
            <a:ext cx="7674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AI's Deep Infiltration into Data Engineering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0ACB310-A9AF-4818-4B61-42AE0BC88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4841" y="0"/>
            <a:ext cx="5412062" cy="50512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823228-BEBA-A346-7FFD-C6EA145B2469}"/>
              </a:ext>
            </a:extLst>
          </p:cNvPr>
          <p:cNvSpPr txBox="1"/>
          <p:nvPr/>
        </p:nvSpPr>
        <p:spPr>
          <a:xfrm>
            <a:off x="7212539" y="6263930"/>
            <a:ext cx="4823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TechTonic</a:t>
            </a:r>
            <a:r>
              <a:rPr lang="en-US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Conference • From AI-Assisted to AI-Automated Delivery</a:t>
            </a:r>
          </a:p>
        </p:txBody>
      </p:sp>
    </p:spTree>
    <p:extLst>
      <p:ext uri="{BB962C8B-B14F-4D97-AF65-F5344CB8AC3E}">
        <p14:creationId xmlns:p14="http://schemas.microsoft.com/office/powerpoint/2010/main" val="175327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669DE7-EFA5-89C3-731B-234ADC4888F0}"/>
              </a:ext>
            </a:extLst>
          </p:cNvPr>
          <p:cNvSpPr txBox="1"/>
          <p:nvPr/>
        </p:nvSpPr>
        <p:spPr>
          <a:xfrm flipH="1">
            <a:off x="421586" y="382848"/>
            <a:ext cx="66031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Problem: Manual Data Engineering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B19758-754F-E49B-204C-E38DD4AE7091}"/>
              </a:ext>
            </a:extLst>
          </p:cNvPr>
          <p:cNvSpPr/>
          <p:nvPr/>
        </p:nvSpPr>
        <p:spPr>
          <a:xfrm>
            <a:off x="1105744" y="1452282"/>
            <a:ext cx="9980513" cy="4819426"/>
          </a:xfrm>
          <a:prstGeom prst="roundRect">
            <a:avLst>
              <a:gd name="adj" fmla="val 4489"/>
            </a:avLst>
          </a:prstGeom>
          <a:blipFill>
            <a:blip r:embed="rId2"/>
            <a:stretch>
              <a:fillRect/>
            </a:stretch>
          </a:blipFill>
          <a:ln>
            <a:solidFill>
              <a:srgbClr val="075D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0D9796-A354-45ED-449F-AD2F3E609E87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F3A9F6-4CE7-63D6-95E5-E5FE3D26EC48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C188A6-A1A9-225E-9714-2A3A207E6193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851FD8-C30D-01DE-46FD-F35815910FCB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911420-189A-2DD6-02EC-D89B9528CEC7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38A061-5382-9D83-C820-A9C0067A8A43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B26095-0B2F-7C75-DD6A-D616F0ADFD01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69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BD254E88-5FE5-C316-6A4B-9C3EAF72D356}"/>
              </a:ext>
            </a:extLst>
          </p:cNvPr>
          <p:cNvSpPr txBox="1"/>
          <p:nvPr/>
        </p:nvSpPr>
        <p:spPr>
          <a:xfrm flipH="1">
            <a:off x="421585" y="382848"/>
            <a:ext cx="7076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Problem: Manual Data Engineering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506BB5C-94C5-CC8C-F887-0EE9E57AE72E}"/>
              </a:ext>
            </a:extLst>
          </p:cNvPr>
          <p:cNvGrpSpPr/>
          <p:nvPr/>
        </p:nvGrpSpPr>
        <p:grpSpPr>
          <a:xfrm>
            <a:off x="1737542" y="2445838"/>
            <a:ext cx="8716916" cy="2589330"/>
            <a:chOff x="1474960" y="2134335"/>
            <a:chExt cx="8716916" cy="258933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CA0374B-3DFD-A5E4-B19D-FA218DE08FD9}"/>
                </a:ext>
              </a:extLst>
            </p:cNvPr>
            <p:cNvGrpSpPr/>
            <p:nvPr/>
          </p:nvGrpSpPr>
          <p:grpSpPr>
            <a:xfrm>
              <a:off x="1474960" y="2134337"/>
              <a:ext cx="3576698" cy="1009833"/>
              <a:chOff x="1337390" y="1909500"/>
              <a:chExt cx="2547232" cy="719177"/>
            </a:xfrm>
          </p:grpSpPr>
          <p:sp>
            <p:nvSpPr>
              <p:cNvPr id="3" name="Shape 7">
                <a:extLst>
                  <a:ext uri="{FF2B5EF4-FFF2-40B4-BE49-F238E27FC236}">
                    <a16:creationId xmlns:a16="http://schemas.microsoft.com/office/drawing/2014/main" id="{BF70B417-E527-0EDB-2BE1-EF18EF67480F}"/>
                  </a:ext>
                </a:extLst>
              </p:cNvPr>
              <p:cNvSpPr/>
              <p:nvPr/>
            </p:nvSpPr>
            <p:spPr>
              <a:xfrm>
                <a:off x="1337390" y="1909500"/>
                <a:ext cx="82192" cy="719177"/>
              </a:xfrm>
              <a:prstGeom prst="rect">
                <a:avLst/>
              </a:prstGeom>
              <a:solidFill>
                <a:srgbClr val="91D60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712232F-699B-D5A0-55CF-5D48C7F7BB8F}"/>
                  </a:ext>
                </a:extLst>
              </p:cNvPr>
              <p:cNvGrpSpPr/>
              <p:nvPr/>
            </p:nvGrpSpPr>
            <p:grpSpPr>
              <a:xfrm>
                <a:off x="1611362" y="2063609"/>
                <a:ext cx="410958" cy="410958"/>
                <a:chOff x="822612" y="1708589"/>
                <a:chExt cx="410958" cy="410958"/>
              </a:xfrm>
            </p:grpSpPr>
            <p:sp>
              <p:nvSpPr>
                <p:cNvPr id="8" name="Shape 8">
                  <a:extLst>
                    <a:ext uri="{FF2B5EF4-FFF2-40B4-BE49-F238E27FC236}">
                      <a16:creationId xmlns:a16="http://schemas.microsoft.com/office/drawing/2014/main" id="{80AE54A5-487E-0752-7510-5B931D77A60B}"/>
                    </a:ext>
                  </a:extLst>
                </p:cNvPr>
                <p:cNvSpPr/>
                <p:nvPr/>
              </p:nvSpPr>
              <p:spPr>
                <a:xfrm>
                  <a:off x="822612" y="1708589"/>
                  <a:ext cx="410958" cy="410958"/>
                </a:xfrm>
                <a:prstGeom prst="ellipse">
                  <a:avLst/>
                </a:prstGeom>
                <a:solidFill>
                  <a:srgbClr val="91D608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" name="Text 9">
                  <a:extLst>
                    <a:ext uri="{FF2B5EF4-FFF2-40B4-BE49-F238E27FC236}">
                      <a16:creationId xmlns:a16="http://schemas.microsoft.com/office/drawing/2014/main" id="{6447C6A2-7CC9-9C79-8B4B-54D69829AE60}"/>
                    </a:ext>
                  </a:extLst>
                </p:cNvPr>
                <p:cNvSpPr/>
                <p:nvPr/>
              </p:nvSpPr>
              <p:spPr>
                <a:xfrm>
                  <a:off x="922648" y="1798081"/>
                  <a:ext cx="210886" cy="23197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>
                      <a:solidFill>
                        <a:srgbClr val="06221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1</a:t>
                  </a:r>
                  <a:endParaRPr lang="en-US" sz="2200">
                    <a:solidFill>
                      <a:srgbClr val="06221C"/>
                    </a:solidFill>
                  </a:endParaRPr>
                </a:p>
              </p:txBody>
            </p:sp>
          </p:grpSp>
          <p:sp>
            <p:nvSpPr>
              <p:cNvPr id="6" name="Text 10">
                <a:extLst>
                  <a:ext uri="{FF2B5EF4-FFF2-40B4-BE49-F238E27FC236}">
                    <a16:creationId xmlns:a16="http://schemas.microsoft.com/office/drawing/2014/main" id="{17430C05-D5A2-8F85-3CC3-560237DB7BEF}"/>
                  </a:ext>
                </a:extLst>
              </p:cNvPr>
              <p:cNvSpPr/>
              <p:nvPr/>
            </p:nvSpPr>
            <p:spPr>
              <a:xfrm>
                <a:off x="2159307" y="1984814"/>
                <a:ext cx="1725315" cy="56854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Manual handoffs </a:t>
                </a:r>
                <a:b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between teams</a:t>
                </a:r>
                <a:endParaRPr lang="en-US" sz="1600">
                  <a:solidFill>
                    <a:srgbClr val="0622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80B618A-581F-1588-6CB5-DE64591DFEA2}"/>
                </a:ext>
              </a:extLst>
            </p:cNvPr>
            <p:cNvCxnSpPr>
              <a:cxnSpLocks/>
            </p:cNvCxnSpPr>
            <p:nvPr/>
          </p:nvCxnSpPr>
          <p:spPr>
            <a:xfrm>
              <a:off x="1474960" y="3423519"/>
              <a:ext cx="3618373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6B33E8C-23BB-4E6D-79A4-A1CBDCA929CF}"/>
                </a:ext>
              </a:extLst>
            </p:cNvPr>
            <p:cNvGrpSpPr/>
            <p:nvPr/>
          </p:nvGrpSpPr>
          <p:grpSpPr>
            <a:xfrm>
              <a:off x="1474960" y="3713832"/>
              <a:ext cx="3576699" cy="1009833"/>
              <a:chOff x="1337390" y="1909500"/>
              <a:chExt cx="2547233" cy="719177"/>
            </a:xfrm>
          </p:grpSpPr>
          <p:sp>
            <p:nvSpPr>
              <p:cNvPr id="40" name="Shape 7">
                <a:extLst>
                  <a:ext uri="{FF2B5EF4-FFF2-40B4-BE49-F238E27FC236}">
                    <a16:creationId xmlns:a16="http://schemas.microsoft.com/office/drawing/2014/main" id="{47610901-71ED-89CA-054C-BC4CC41F9FF7}"/>
                  </a:ext>
                </a:extLst>
              </p:cNvPr>
              <p:cNvSpPr/>
              <p:nvPr/>
            </p:nvSpPr>
            <p:spPr>
              <a:xfrm>
                <a:off x="1337390" y="1909500"/>
                <a:ext cx="82192" cy="719177"/>
              </a:xfrm>
              <a:prstGeom prst="rect">
                <a:avLst/>
              </a:prstGeom>
              <a:solidFill>
                <a:srgbClr val="91D60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4BAC5D8-BCDB-BE36-298D-A396F6DF426E}"/>
                  </a:ext>
                </a:extLst>
              </p:cNvPr>
              <p:cNvGrpSpPr/>
              <p:nvPr/>
            </p:nvGrpSpPr>
            <p:grpSpPr>
              <a:xfrm>
                <a:off x="1611362" y="2063609"/>
                <a:ext cx="410958" cy="410958"/>
                <a:chOff x="822612" y="1708589"/>
                <a:chExt cx="410958" cy="410958"/>
              </a:xfrm>
            </p:grpSpPr>
            <p:sp>
              <p:nvSpPr>
                <p:cNvPr id="43" name="Shape 8">
                  <a:extLst>
                    <a:ext uri="{FF2B5EF4-FFF2-40B4-BE49-F238E27FC236}">
                      <a16:creationId xmlns:a16="http://schemas.microsoft.com/office/drawing/2014/main" id="{F00BB038-C1BA-E09C-D9A0-24C126FA1DC0}"/>
                    </a:ext>
                  </a:extLst>
                </p:cNvPr>
                <p:cNvSpPr/>
                <p:nvPr/>
              </p:nvSpPr>
              <p:spPr>
                <a:xfrm>
                  <a:off x="822612" y="1708589"/>
                  <a:ext cx="410958" cy="410958"/>
                </a:xfrm>
                <a:prstGeom prst="ellipse">
                  <a:avLst/>
                </a:prstGeom>
                <a:solidFill>
                  <a:srgbClr val="91D608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Text 9">
                  <a:extLst>
                    <a:ext uri="{FF2B5EF4-FFF2-40B4-BE49-F238E27FC236}">
                      <a16:creationId xmlns:a16="http://schemas.microsoft.com/office/drawing/2014/main" id="{FD514B9B-C7B6-847D-C372-AE0033E223BD}"/>
                    </a:ext>
                  </a:extLst>
                </p:cNvPr>
                <p:cNvSpPr/>
                <p:nvPr/>
              </p:nvSpPr>
              <p:spPr>
                <a:xfrm>
                  <a:off x="922648" y="1798081"/>
                  <a:ext cx="210886" cy="23197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>
                      <a:solidFill>
                        <a:srgbClr val="06221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2</a:t>
                  </a:r>
                  <a:endParaRPr lang="en-US" sz="2200">
                    <a:solidFill>
                      <a:srgbClr val="06221C"/>
                    </a:solidFill>
                  </a:endParaRPr>
                </a:p>
              </p:txBody>
            </p:sp>
          </p:grpSp>
          <p:sp>
            <p:nvSpPr>
              <p:cNvPr id="42" name="Text 10">
                <a:extLst>
                  <a:ext uri="{FF2B5EF4-FFF2-40B4-BE49-F238E27FC236}">
                    <a16:creationId xmlns:a16="http://schemas.microsoft.com/office/drawing/2014/main" id="{CFB0FADA-5872-AB05-C068-EC622B26931E}"/>
                  </a:ext>
                </a:extLst>
              </p:cNvPr>
              <p:cNvSpPr/>
              <p:nvPr/>
            </p:nvSpPr>
            <p:spPr>
              <a:xfrm>
                <a:off x="2159308" y="1984814"/>
                <a:ext cx="1725315" cy="56854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Months of </a:t>
                </a:r>
                <a:b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delivery cycles</a:t>
                </a:r>
                <a:endParaRPr lang="en-US" sz="1600">
                  <a:solidFill>
                    <a:srgbClr val="0622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36D621F-478F-3A08-1277-E11A0B74D423}"/>
                </a:ext>
              </a:extLst>
            </p:cNvPr>
            <p:cNvGrpSpPr/>
            <p:nvPr/>
          </p:nvGrpSpPr>
          <p:grpSpPr>
            <a:xfrm>
              <a:off x="6530567" y="3713832"/>
              <a:ext cx="3661309" cy="1009833"/>
              <a:chOff x="1337390" y="1909500"/>
              <a:chExt cx="2607490" cy="719177"/>
            </a:xfrm>
          </p:grpSpPr>
          <p:sp>
            <p:nvSpPr>
              <p:cNvPr id="46" name="Shape 7">
                <a:extLst>
                  <a:ext uri="{FF2B5EF4-FFF2-40B4-BE49-F238E27FC236}">
                    <a16:creationId xmlns:a16="http://schemas.microsoft.com/office/drawing/2014/main" id="{6E560B1A-74EE-A994-9FE3-F2AD00AA3600}"/>
                  </a:ext>
                </a:extLst>
              </p:cNvPr>
              <p:cNvSpPr/>
              <p:nvPr/>
            </p:nvSpPr>
            <p:spPr>
              <a:xfrm>
                <a:off x="1337390" y="1909500"/>
                <a:ext cx="82192" cy="719177"/>
              </a:xfrm>
              <a:prstGeom prst="rect">
                <a:avLst/>
              </a:prstGeom>
              <a:solidFill>
                <a:srgbClr val="91D60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07B05FF1-886D-CDEE-A501-EFE229C93098}"/>
                  </a:ext>
                </a:extLst>
              </p:cNvPr>
              <p:cNvGrpSpPr/>
              <p:nvPr/>
            </p:nvGrpSpPr>
            <p:grpSpPr>
              <a:xfrm>
                <a:off x="1611362" y="2063609"/>
                <a:ext cx="410958" cy="410958"/>
                <a:chOff x="822612" y="1708589"/>
                <a:chExt cx="410958" cy="410958"/>
              </a:xfrm>
            </p:grpSpPr>
            <p:sp>
              <p:nvSpPr>
                <p:cNvPr id="49" name="Shape 8">
                  <a:extLst>
                    <a:ext uri="{FF2B5EF4-FFF2-40B4-BE49-F238E27FC236}">
                      <a16:creationId xmlns:a16="http://schemas.microsoft.com/office/drawing/2014/main" id="{20439609-249A-26F7-B9B7-7FB660814FF5}"/>
                    </a:ext>
                  </a:extLst>
                </p:cNvPr>
                <p:cNvSpPr/>
                <p:nvPr/>
              </p:nvSpPr>
              <p:spPr>
                <a:xfrm>
                  <a:off x="822612" y="1708589"/>
                  <a:ext cx="410958" cy="410958"/>
                </a:xfrm>
                <a:prstGeom prst="ellipse">
                  <a:avLst/>
                </a:prstGeom>
                <a:solidFill>
                  <a:srgbClr val="91D608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Text 9">
                  <a:extLst>
                    <a:ext uri="{FF2B5EF4-FFF2-40B4-BE49-F238E27FC236}">
                      <a16:creationId xmlns:a16="http://schemas.microsoft.com/office/drawing/2014/main" id="{33A0E0BC-FB6D-152E-CC2D-C7A00DA0274E}"/>
                    </a:ext>
                  </a:extLst>
                </p:cNvPr>
                <p:cNvSpPr/>
                <p:nvPr/>
              </p:nvSpPr>
              <p:spPr>
                <a:xfrm>
                  <a:off x="922648" y="1798081"/>
                  <a:ext cx="210886" cy="23197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>
                      <a:solidFill>
                        <a:srgbClr val="06221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4</a:t>
                  </a:r>
                  <a:endParaRPr lang="en-US" sz="2200">
                    <a:solidFill>
                      <a:srgbClr val="06221C"/>
                    </a:solidFill>
                  </a:endParaRPr>
                </a:p>
              </p:txBody>
            </p:sp>
          </p:grpSp>
          <p:sp>
            <p:nvSpPr>
              <p:cNvPr id="48" name="Text 10">
                <a:extLst>
                  <a:ext uri="{FF2B5EF4-FFF2-40B4-BE49-F238E27FC236}">
                    <a16:creationId xmlns:a16="http://schemas.microsoft.com/office/drawing/2014/main" id="{BA3EEE0C-926A-2280-CA34-AD84EEA6FFD2}"/>
                  </a:ext>
                </a:extLst>
              </p:cNvPr>
              <p:cNvSpPr/>
              <p:nvPr/>
            </p:nvSpPr>
            <p:spPr>
              <a:xfrm>
                <a:off x="2159307" y="1984814"/>
                <a:ext cx="1785573" cy="56854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Repetitive, </a:t>
                </a:r>
                <a:b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error-prone work</a:t>
                </a:r>
                <a:endParaRPr lang="en-US" sz="1600">
                  <a:solidFill>
                    <a:srgbClr val="0622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1CBEDBD-B0DA-A7FA-7EC6-58A857A52B51}"/>
                </a:ext>
              </a:extLst>
            </p:cNvPr>
            <p:cNvGrpSpPr/>
            <p:nvPr/>
          </p:nvGrpSpPr>
          <p:grpSpPr>
            <a:xfrm>
              <a:off x="6530567" y="2134335"/>
              <a:ext cx="3661309" cy="1009833"/>
              <a:chOff x="1337390" y="1909500"/>
              <a:chExt cx="2607490" cy="719177"/>
            </a:xfrm>
          </p:grpSpPr>
          <p:sp>
            <p:nvSpPr>
              <p:cNvPr id="58" name="Shape 7">
                <a:extLst>
                  <a:ext uri="{FF2B5EF4-FFF2-40B4-BE49-F238E27FC236}">
                    <a16:creationId xmlns:a16="http://schemas.microsoft.com/office/drawing/2014/main" id="{F14B25C2-501E-EC0C-8BBD-75A046F29772}"/>
                  </a:ext>
                </a:extLst>
              </p:cNvPr>
              <p:cNvSpPr/>
              <p:nvPr/>
            </p:nvSpPr>
            <p:spPr>
              <a:xfrm>
                <a:off x="1337390" y="1909500"/>
                <a:ext cx="82192" cy="719177"/>
              </a:xfrm>
              <a:prstGeom prst="rect">
                <a:avLst/>
              </a:prstGeom>
              <a:solidFill>
                <a:srgbClr val="91D60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6D3E7A0F-1DCE-AD1F-9DD5-B4857D028C87}"/>
                  </a:ext>
                </a:extLst>
              </p:cNvPr>
              <p:cNvGrpSpPr/>
              <p:nvPr/>
            </p:nvGrpSpPr>
            <p:grpSpPr>
              <a:xfrm>
                <a:off x="1611362" y="2063609"/>
                <a:ext cx="410958" cy="410958"/>
                <a:chOff x="822612" y="1708589"/>
                <a:chExt cx="410958" cy="410958"/>
              </a:xfrm>
            </p:grpSpPr>
            <p:sp>
              <p:nvSpPr>
                <p:cNvPr id="61" name="Shape 8">
                  <a:extLst>
                    <a:ext uri="{FF2B5EF4-FFF2-40B4-BE49-F238E27FC236}">
                      <a16:creationId xmlns:a16="http://schemas.microsoft.com/office/drawing/2014/main" id="{F7CFA971-6EF9-8CD6-D762-62D42C19D025}"/>
                    </a:ext>
                  </a:extLst>
                </p:cNvPr>
                <p:cNvSpPr/>
                <p:nvPr/>
              </p:nvSpPr>
              <p:spPr>
                <a:xfrm>
                  <a:off x="822612" y="1708589"/>
                  <a:ext cx="410958" cy="410958"/>
                </a:xfrm>
                <a:prstGeom prst="ellipse">
                  <a:avLst/>
                </a:prstGeom>
                <a:solidFill>
                  <a:srgbClr val="91D608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Text 9">
                  <a:extLst>
                    <a:ext uri="{FF2B5EF4-FFF2-40B4-BE49-F238E27FC236}">
                      <a16:creationId xmlns:a16="http://schemas.microsoft.com/office/drawing/2014/main" id="{09E8D177-9656-D7B3-02C5-ADB636CB3D80}"/>
                    </a:ext>
                  </a:extLst>
                </p:cNvPr>
                <p:cNvSpPr/>
                <p:nvPr/>
              </p:nvSpPr>
              <p:spPr>
                <a:xfrm>
                  <a:off x="922648" y="1798081"/>
                  <a:ext cx="210886" cy="23197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>
                      <a:solidFill>
                        <a:srgbClr val="06221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3</a:t>
                  </a:r>
                  <a:endParaRPr lang="en-US" sz="2200">
                    <a:solidFill>
                      <a:srgbClr val="06221C"/>
                    </a:solidFill>
                  </a:endParaRPr>
                </a:p>
              </p:txBody>
            </p:sp>
          </p:grpSp>
          <p:sp>
            <p:nvSpPr>
              <p:cNvPr id="60" name="Text 10">
                <a:extLst>
                  <a:ext uri="{FF2B5EF4-FFF2-40B4-BE49-F238E27FC236}">
                    <a16:creationId xmlns:a16="http://schemas.microsoft.com/office/drawing/2014/main" id="{CD780E54-D362-E2AB-0444-295D00897D0E}"/>
                  </a:ext>
                </a:extLst>
              </p:cNvPr>
              <p:cNvSpPr/>
              <p:nvPr/>
            </p:nvSpPr>
            <p:spPr>
              <a:xfrm>
                <a:off x="2159307" y="1984814"/>
                <a:ext cx="1785573" cy="56854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Inconsistent </a:t>
                </a:r>
                <a:b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1600" b="1">
                    <a:solidFill>
                      <a:srgbClr val="06221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quality &amp; SLAs</a:t>
                </a:r>
                <a:endParaRPr lang="en-US" sz="1600">
                  <a:solidFill>
                    <a:srgbClr val="0622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E1D1332-B27B-8802-3383-704B2F89B4B0}"/>
                </a:ext>
              </a:extLst>
            </p:cNvPr>
            <p:cNvCxnSpPr>
              <a:cxnSpLocks/>
            </p:cNvCxnSpPr>
            <p:nvPr/>
          </p:nvCxnSpPr>
          <p:spPr>
            <a:xfrm>
              <a:off x="6530567" y="3423519"/>
              <a:ext cx="3618373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4718F11B-2F13-9F76-31C3-52C7EE07C6F0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73B3F81-FEDF-403A-A2BF-458C5E612E7A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5BDA08-5761-AAF7-DA39-A47644F7A608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0F6B61F-67B8-6131-BBF8-FDC2DB5EC752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7F7F93-74D3-FFDF-8B87-0F704CE5D9F2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2681D82-DB74-4DD7-30C4-53A2B21CBDC7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542B9E1-8E90-3F57-ACCE-D21F5F5F5C35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87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>
            <a:extLst>
              <a:ext uri="{FF2B5EF4-FFF2-40B4-BE49-F238E27FC236}">
                <a16:creationId xmlns:a16="http://schemas.microsoft.com/office/drawing/2014/main" id="{D2465ED2-5D2E-B870-7761-0A607B8E62B4}"/>
              </a:ext>
            </a:extLst>
          </p:cNvPr>
          <p:cNvSpPr txBox="1"/>
          <p:nvPr/>
        </p:nvSpPr>
        <p:spPr>
          <a:xfrm flipH="1">
            <a:off x="421585" y="382848"/>
            <a:ext cx="7076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Solution: Agentic AI Way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A2C30AE-16BA-700E-C4D1-663D68B72817}"/>
              </a:ext>
            </a:extLst>
          </p:cNvPr>
          <p:cNvGrpSpPr/>
          <p:nvPr/>
        </p:nvGrpSpPr>
        <p:grpSpPr>
          <a:xfrm>
            <a:off x="1084614" y="2507688"/>
            <a:ext cx="10022772" cy="2671684"/>
            <a:chOff x="516255" y="1897380"/>
            <a:chExt cx="10855642" cy="2893695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B7593044-7A30-3F97-9B32-36198EB4BA92}"/>
                </a:ext>
              </a:extLst>
            </p:cNvPr>
            <p:cNvGrpSpPr/>
            <p:nvPr/>
          </p:nvGrpSpPr>
          <p:grpSpPr>
            <a:xfrm>
              <a:off x="516255" y="1897380"/>
              <a:ext cx="3520440" cy="1369695"/>
              <a:chOff x="516255" y="1897380"/>
              <a:chExt cx="3520440" cy="1369695"/>
            </a:xfrm>
          </p:grpSpPr>
          <p:sp>
            <p:nvSpPr>
              <p:cNvPr id="3" name="Shape 2">
                <a:extLst>
                  <a:ext uri="{FF2B5EF4-FFF2-40B4-BE49-F238E27FC236}">
                    <a16:creationId xmlns:a16="http://schemas.microsoft.com/office/drawing/2014/main" id="{902A6397-6ADD-FDAA-0DEA-2743011D0644}"/>
                  </a:ext>
                </a:extLst>
              </p:cNvPr>
              <p:cNvSpPr/>
              <p:nvPr/>
            </p:nvSpPr>
            <p:spPr>
              <a:xfrm>
                <a:off x="516255" y="18973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91D608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D87039BB-C127-99FA-1FEF-535DE764A074}"/>
                  </a:ext>
                </a:extLst>
              </p:cNvPr>
              <p:cNvGrpSpPr/>
              <p:nvPr/>
            </p:nvGrpSpPr>
            <p:grpSpPr>
              <a:xfrm>
                <a:off x="820103" y="2170747"/>
                <a:ext cx="822960" cy="822960"/>
                <a:chOff x="744855" y="2057400"/>
                <a:chExt cx="822960" cy="822960"/>
              </a:xfrm>
            </p:grpSpPr>
            <p:sp>
              <p:nvSpPr>
                <p:cNvPr id="5" name="Shape 3">
                  <a:extLst>
                    <a:ext uri="{FF2B5EF4-FFF2-40B4-BE49-F238E27FC236}">
                      <a16:creationId xmlns:a16="http://schemas.microsoft.com/office/drawing/2014/main" id="{F5203258-2958-4F9F-8807-B54A21FA4ACC}"/>
                    </a:ext>
                  </a:extLst>
                </p:cNvPr>
                <p:cNvSpPr/>
                <p:nvPr/>
              </p:nvSpPr>
              <p:spPr>
                <a:xfrm>
                  <a:off x="744855" y="2057400"/>
                  <a:ext cx="822960" cy="822960"/>
                </a:xfrm>
                <a:prstGeom prst="ellipse">
                  <a:avLst/>
                </a:prstGeom>
                <a:solidFill>
                  <a:srgbClr val="91D608"/>
                </a:solidFill>
                <a:ln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F08EBE49-12F7-8560-82AE-4EDED5E7C610}"/>
                    </a:ext>
                  </a:extLst>
                </p:cNvPr>
                <p:cNvSpPr/>
                <p:nvPr/>
              </p:nvSpPr>
              <p:spPr>
                <a:xfrm>
                  <a:off x="900838" y="2213383"/>
                  <a:ext cx="510994" cy="51099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1</a:t>
                  </a:r>
                  <a:endParaRPr kumimoji="0" lang="en-US" sz="3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BA81A212-AC51-B6DD-46F0-35328048E8D0}"/>
                  </a:ext>
                </a:extLst>
              </p:cNvPr>
              <p:cNvGrpSpPr/>
              <p:nvPr/>
            </p:nvGrpSpPr>
            <p:grpSpPr>
              <a:xfrm>
                <a:off x="1871663" y="2174403"/>
                <a:ext cx="1861185" cy="815648"/>
                <a:chOff x="1796415" y="2052193"/>
                <a:chExt cx="1861185" cy="815648"/>
              </a:xfrm>
            </p:grpSpPr>
            <p:sp>
              <p:nvSpPr>
                <p:cNvPr id="77" name="Text 10">
                  <a:extLst>
                    <a:ext uri="{FF2B5EF4-FFF2-40B4-BE49-F238E27FC236}">
                      <a16:creationId xmlns:a16="http://schemas.microsoft.com/office/drawing/2014/main" id="{17D8D638-BA87-BE2F-5700-2FB2B40EC615}"/>
                    </a:ext>
                  </a:extLst>
                </p:cNvPr>
                <p:cNvSpPr/>
                <p:nvPr/>
              </p:nvSpPr>
              <p:spPr>
                <a:xfrm>
                  <a:off x="1796415" y="2052193"/>
                  <a:ext cx="1861185" cy="19655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Specs</a:t>
                  </a:r>
                </a:p>
              </p:txBody>
            </p:sp>
            <p:sp>
              <p:nvSpPr>
                <p:cNvPr id="78" name="Text 10">
                  <a:extLst>
                    <a:ext uri="{FF2B5EF4-FFF2-40B4-BE49-F238E27FC236}">
                      <a16:creationId xmlns:a16="http://schemas.microsoft.com/office/drawing/2014/main" id="{DC6BED79-A9B8-8FED-605B-13C8F123295D}"/>
                    </a:ext>
                  </a:extLst>
                </p:cNvPr>
                <p:cNvSpPr/>
                <p:nvPr/>
              </p:nvSpPr>
              <p:spPr>
                <a:xfrm>
                  <a:off x="1796416" y="2305068"/>
                  <a:ext cx="1861184" cy="56277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Driven Development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E7A77E6-5347-CF10-0153-90EDE9BED089}"/>
                </a:ext>
              </a:extLst>
            </p:cNvPr>
            <p:cNvGrpSpPr/>
            <p:nvPr/>
          </p:nvGrpSpPr>
          <p:grpSpPr>
            <a:xfrm>
              <a:off x="4192905" y="1897380"/>
              <a:ext cx="3520440" cy="1369695"/>
              <a:chOff x="516255" y="1783080"/>
              <a:chExt cx="3520440" cy="1369695"/>
            </a:xfrm>
          </p:grpSpPr>
          <p:sp>
            <p:nvSpPr>
              <p:cNvPr id="86" name="Shape 2">
                <a:extLst>
                  <a:ext uri="{FF2B5EF4-FFF2-40B4-BE49-F238E27FC236}">
                    <a16:creationId xmlns:a16="http://schemas.microsoft.com/office/drawing/2014/main" id="{D5EFA928-2BEA-7011-F639-30CB525F558B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02060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E07EEF21-92C9-A65C-A6A3-98290DB91FCA}"/>
                  </a:ext>
                </a:extLst>
              </p:cNvPr>
              <p:cNvGrpSpPr/>
              <p:nvPr/>
            </p:nvGrpSpPr>
            <p:grpSpPr>
              <a:xfrm>
                <a:off x="820103" y="2033205"/>
                <a:ext cx="2912745" cy="869444"/>
                <a:chOff x="744855" y="2004656"/>
                <a:chExt cx="2912745" cy="869444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E5FF24BF-EE5F-7393-CA73-4C863ED82288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92" name="Shape 3">
                    <a:extLst>
                      <a:ext uri="{FF2B5EF4-FFF2-40B4-BE49-F238E27FC236}">
                        <a16:creationId xmlns:a16="http://schemas.microsoft.com/office/drawing/2014/main" id="{C30A1CE8-9078-A23B-A522-C416CD9610F0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02060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Text 4">
                    <a:extLst>
                      <a:ext uri="{FF2B5EF4-FFF2-40B4-BE49-F238E27FC236}">
                        <a16:creationId xmlns:a16="http://schemas.microsoft.com/office/drawing/2014/main" id="{7377DD36-BE51-5AAB-D212-9E2DDDD863EF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D9CB06D4-75B5-31D1-3A28-3F65F69D9230}"/>
                    </a:ext>
                  </a:extLst>
                </p:cNvPr>
                <p:cNvGrpSpPr/>
                <p:nvPr/>
              </p:nvGrpSpPr>
              <p:grpSpPr>
                <a:xfrm>
                  <a:off x="1796415" y="2004656"/>
                  <a:ext cx="1861185" cy="869444"/>
                  <a:chOff x="1796415" y="1998397"/>
                  <a:chExt cx="1861185" cy="869444"/>
                </a:xfrm>
              </p:grpSpPr>
              <p:sp>
                <p:nvSpPr>
                  <p:cNvPr id="90" name="Text 10">
                    <a:extLst>
                      <a:ext uri="{FF2B5EF4-FFF2-40B4-BE49-F238E27FC236}">
                        <a16:creationId xmlns:a16="http://schemas.microsoft.com/office/drawing/2014/main" id="{BB7DA192-4D57-046D-F64A-83E024EF443C}"/>
                      </a:ext>
                    </a:extLst>
                  </p:cNvPr>
                  <p:cNvSpPr/>
                  <p:nvPr/>
                </p:nvSpPr>
                <p:spPr>
                  <a:xfrm>
                    <a:off x="1796415" y="1998397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Fabric</a:t>
                    </a:r>
                  </a:p>
                </p:txBody>
              </p:sp>
              <p:sp>
                <p:nvSpPr>
                  <p:cNvPr id="91" name="Text 10">
                    <a:extLst>
                      <a:ext uri="{FF2B5EF4-FFF2-40B4-BE49-F238E27FC236}">
                        <a16:creationId xmlns:a16="http://schemas.microsoft.com/office/drawing/2014/main" id="{68333CDE-BA0F-5493-623D-CB7F8C4F142A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05068"/>
                    <a:ext cx="1861184" cy="56277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MCP Scaffolding</a:t>
                    </a:r>
                  </a:p>
                </p:txBody>
              </p:sp>
            </p:grp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6C78195-33E0-C3CF-D8EE-44AFFF399301}"/>
                </a:ext>
              </a:extLst>
            </p:cNvPr>
            <p:cNvGrpSpPr/>
            <p:nvPr/>
          </p:nvGrpSpPr>
          <p:grpSpPr>
            <a:xfrm>
              <a:off x="7851457" y="1897380"/>
              <a:ext cx="3520440" cy="1369695"/>
              <a:chOff x="516255" y="1783080"/>
              <a:chExt cx="3520440" cy="1369695"/>
            </a:xfrm>
          </p:grpSpPr>
          <p:sp>
            <p:nvSpPr>
              <p:cNvPr id="95" name="Shape 2">
                <a:extLst>
                  <a:ext uri="{FF2B5EF4-FFF2-40B4-BE49-F238E27FC236}">
                    <a16:creationId xmlns:a16="http://schemas.microsoft.com/office/drawing/2014/main" id="{A7FBA9A7-0C61-0161-9CAC-D703891295C5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84088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5CB672C7-20B8-CF5F-058B-9318A02EDA4B}"/>
                  </a:ext>
                </a:extLst>
              </p:cNvPr>
              <p:cNvGrpSpPr/>
              <p:nvPr/>
            </p:nvGrpSpPr>
            <p:grpSpPr>
              <a:xfrm>
                <a:off x="820103" y="2033205"/>
                <a:ext cx="2912745" cy="869444"/>
                <a:chOff x="744855" y="2004656"/>
                <a:chExt cx="2912745" cy="869444"/>
              </a:xfrm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F5C915EE-2245-7666-66ED-AA0760365ED2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01" name="Shape 3">
                    <a:extLst>
                      <a:ext uri="{FF2B5EF4-FFF2-40B4-BE49-F238E27FC236}">
                        <a16:creationId xmlns:a16="http://schemas.microsoft.com/office/drawing/2014/main" id="{ECD6EA2E-5430-A7F0-BEF4-6376867F2450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84088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Text 4">
                    <a:extLst>
                      <a:ext uri="{FF2B5EF4-FFF2-40B4-BE49-F238E27FC236}">
                        <a16:creationId xmlns:a16="http://schemas.microsoft.com/office/drawing/2014/main" id="{E35E2A2A-4BA7-178E-42B7-B6533AEE7701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3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1CF37F3-1C78-A931-A91B-4FECC897F7A7}"/>
                    </a:ext>
                  </a:extLst>
                </p:cNvPr>
                <p:cNvGrpSpPr/>
                <p:nvPr/>
              </p:nvGrpSpPr>
              <p:grpSpPr>
                <a:xfrm>
                  <a:off x="1796415" y="2004656"/>
                  <a:ext cx="1861185" cy="869444"/>
                  <a:chOff x="1796415" y="1998397"/>
                  <a:chExt cx="1861185" cy="869444"/>
                </a:xfrm>
              </p:grpSpPr>
              <p:sp>
                <p:nvSpPr>
                  <p:cNvPr id="99" name="Text 10">
                    <a:extLst>
                      <a:ext uri="{FF2B5EF4-FFF2-40B4-BE49-F238E27FC236}">
                        <a16:creationId xmlns:a16="http://schemas.microsoft.com/office/drawing/2014/main" id="{71969621-A905-BEAD-DF93-2BD5EBC91B44}"/>
                      </a:ext>
                    </a:extLst>
                  </p:cNvPr>
                  <p:cNvSpPr/>
                  <p:nvPr/>
                </p:nvSpPr>
                <p:spPr>
                  <a:xfrm>
                    <a:off x="1796415" y="1998397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Power BI</a:t>
                    </a:r>
                  </a:p>
                </p:txBody>
              </p:sp>
              <p:sp>
                <p:nvSpPr>
                  <p:cNvPr id="100" name="Text 10">
                    <a:extLst>
                      <a:ext uri="{FF2B5EF4-FFF2-40B4-BE49-F238E27FC236}">
                        <a16:creationId xmlns:a16="http://schemas.microsoft.com/office/drawing/2014/main" id="{3440F859-EBA3-012E-E3C3-0D716D894294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05068"/>
                    <a:ext cx="1861184" cy="56277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MCP Reporting</a:t>
                    </a:r>
                  </a:p>
                </p:txBody>
              </p:sp>
            </p:grp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2D185D0F-55DE-760E-947D-7B7BF41C92AD}"/>
                </a:ext>
              </a:extLst>
            </p:cNvPr>
            <p:cNvGrpSpPr/>
            <p:nvPr/>
          </p:nvGrpSpPr>
          <p:grpSpPr>
            <a:xfrm>
              <a:off x="516255" y="3421380"/>
              <a:ext cx="3520440" cy="1369695"/>
              <a:chOff x="516255" y="1783080"/>
              <a:chExt cx="3520440" cy="1369695"/>
            </a:xfrm>
          </p:grpSpPr>
          <p:sp>
            <p:nvSpPr>
              <p:cNvPr id="104" name="Shape 2">
                <a:extLst>
                  <a:ext uri="{FF2B5EF4-FFF2-40B4-BE49-F238E27FC236}">
                    <a16:creationId xmlns:a16="http://schemas.microsoft.com/office/drawing/2014/main" id="{F997C279-D848-FA9B-523E-DDF157A8328B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B57BD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1050294A-DCA4-4FB9-A82C-EA8719B56980}"/>
                  </a:ext>
                </a:extLst>
              </p:cNvPr>
              <p:cNvGrpSpPr/>
              <p:nvPr/>
            </p:nvGrpSpPr>
            <p:grpSpPr>
              <a:xfrm>
                <a:off x="820103" y="2033205"/>
                <a:ext cx="2912745" cy="869444"/>
                <a:chOff x="744855" y="2004656"/>
                <a:chExt cx="2912745" cy="869444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BF553890-1651-9A69-99C7-B167E67D95C2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10" name="Shape 3">
                    <a:extLst>
                      <a:ext uri="{FF2B5EF4-FFF2-40B4-BE49-F238E27FC236}">
                        <a16:creationId xmlns:a16="http://schemas.microsoft.com/office/drawing/2014/main" id="{C8E03663-9E2F-29F8-651A-DF1EAEDD4CA4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B57BD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Text 4">
                    <a:extLst>
                      <a:ext uri="{FF2B5EF4-FFF2-40B4-BE49-F238E27FC236}">
                        <a16:creationId xmlns:a16="http://schemas.microsoft.com/office/drawing/2014/main" id="{9E73D77B-E0EB-F759-0B78-93A4967F127D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4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C43DFF05-0300-C73A-B496-76045E80A001}"/>
                    </a:ext>
                  </a:extLst>
                </p:cNvPr>
                <p:cNvGrpSpPr/>
                <p:nvPr/>
              </p:nvGrpSpPr>
              <p:grpSpPr>
                <a:xfrm>
                  <a:off x="1796415" y="2004656"/>
                  <a:ext cx="1861185" cy="869444"/>
                  <a:chOff x="1796415" y="1998397"/>
                  <a:chExt cx="1861185" cy="869444"/>
                </a:xfrm>
              </p:grpSpPr>
              <p:sp>
                <p:nvSpPr>
                  <p:cNvPr id="108" name="Text 10">
                    <a:extLst>
                      <a:ext uri="{FF2B5EF4-FFF2-40B4-BE49-F238E27FC236}">
                        <a16:creationId xmlns:a16="http://schemas.microsoft.com/office/drawing/2014/main" id="{89387C1A-8E3E-49EA-296B-5CC88E05B03A}"/>
                      </a:ext>
                    </a:extLst>
                  </p:cNvPr>
                  <p:cNvSpPr/>
                  <p:nvPr/>
                </p:nvSpPr>
                <p:spPr>
                  <a:xfrm>
                    <a:off x="1796415" y="1998397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Data Ops</a:t>
                    </a:r>
                  </a:p>
                </p:txBody>
              </p:sp>
              <p:sp>
                <p:nvSpPr>
                  <p:cNvPr id="109" name="Text 10">
                    <a:extLst>
                      <a:ext uri="{FF2B5EF4-FFF2-40B4-BE49-F238E27FC236}">
                        <a16:creationId xmlns:a16="http://schemas.microsoft.com/office/drawing/2014/main" id="{68CA2A09-4A57-20FA-BB49-2A172F263671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05068"/>
                    <a:ext cx="1861184" cy="56277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Quality Framework</a:t>
                    </a:r>
                  </a:p>
                </p:txBody>
              </p:sp>
            </p:grpSp>
          </p:grp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05F985A-648B-3CB8-1A9E-4CF0FD554D68}"/>
                </a:ext>
              </a:extLst>
            </p:cNvPr>
            <p:cNvGrpSpPr/>
            <p:nvPr/>
          </p:nvGrpSpPr>
          <p:grpSpPr>
            <a:xfrm>
              <a:off x="4192905" y="3421380"/>
              <a:ext cx="3520440" cy="1369695"/>
              <a:chOff x="516255" y="1783080"/>
              <a:chExt cx="3520440" cy="1369695"/>
            </a:xfrm>
          </p:grpSpPr>
          <p:sp>
            <p:nvSpPr>
              <p:cNvPr id="113" name="Shape 2">
                <a:extLst>
                  <a:ext uri="{FF2B5EF4-FFF2-40B4-BE49-F238E27FC236}">
                    <a16:creationId xmlns:a16="http://schemas.microsoft.com/office/drawing/2014/main" id="{28232BF1-26FF-8C2A-0333-F2C5746D355E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75D4B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4E16625D-3834-86DE-C8FB-5E5D77472ED4}"/>
                  </a:ext>
                </a:extLst>
              </p:cNvPr>
              <p:cNvGrpSpPr/>
              <p:nvPr/>
            </p:nvGrpSpPr>
            <p:grpSpPr>
              <a:xfrm>
                <a:off x="820103" y="2056447"/>
                <a:ext cx="2912745" cy="822960"/>
                <a:chOff x="744855" y="2027898"/>
                <a:chExt cx="2912745" cy="822960"/>
              </a:xfrm>
            </p:grpSpPr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A738B310-29D9-5F46-45E6-BBDACA29D82B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19" name="Shape 3">
                    <a:extLst>
                      <a:ext uri="{FF2B5EF4-FFF2-40B4-BE49-F238E27FC236}">
                        <a16:creationId xmlns:a16="http://schemas.microsoft.com/office/drawing/2014/main" id="{45A22317-21A8-FD3D-5C04-C8AC220C70DF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75D4B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Text 4">
                    <a:extLst>
                      <a:ext uri="{FF2B5EF4-FFF2-40B4-BE49-F238E27FC236}">
                        <a16:creationId xmlns:a16="http://schemas.microsoft.com/office/drawing/2014/main" id="{A5FD3D97-A88F-3005-2699-8D84B0C2DFED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5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BB31B6C4-DAB9-A939-5171-8E83F8ABD4C5}"/>
                    </a:ext>
                  </a:extLst>
                </p:cNvPr>
                <p:cNvGrpSpPr/>
                <p:nvPr/>
              </p:nvGrpSpPr>
              <p:grpSpPr>
                <a:xfrm>
                  <a:off x="1796415" y="2139841"/>
                  <a:ext cx="1861185" cy="609441"/>
                  <a:chOff x="1796415" y="2133582"/>
                  <a:chExt cx="1861185" cy="609441"/>
                </a:xfrm>
              </p:grpSpPr>
              <p:sp>
                <p:nvSpPr>
                  <p:cNvPr id="117" name="Text 10">
                    <a:extLst>
                      <a:ext uri="{FF2B5EF4-FFF2-40B4-BE49-F238E27FC236}">
                        <a16:creationId xmlns:a16="http://schemas.microsoft.com/office/drawing/2014/main" id="{4C4E2A6D-C562-D2D1-3B9C-6B12D9CE1E57}"/>
                      </a:ext>
                    </a:extLst>
                  </p:cNvPr>
                  <p:cNvSpPr/>
                  <p:nvPr/>
                </p:nvSpPr>
                <p:spPr>
                  <a:xfrm>
                    <a:off x="1796415" y="2133582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Feature-Driven</a:t>
                    </a:r>
                  </a:p>
                </p:txBody>
              </p:sp>
              <p:sp>
                <p:nvSpPr>
                  <p:cNvPr id="118" name="Text 10">
                    <a:extLst>
                      <a:ext uri="{FF2B5EF4-FFF2-40B4-BE49-F238E27FC236}">
                        <a16:creationId xmlns:a16="http://schemas.microsoft.com/office/drawing/2014/main" id="{B514DB0B-0D4F-F3FD-B2AD-8DB6F1A66966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93585"/>
                    <a:ext cx="1861184" cy="34943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SDLC</a:t>
                    </a:r>
                  </a:p>
                </p:txBody>
              </p:sp>
            </p:grpSp>
          </p:grp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C0DDB25F-3FA7-F0D3-C08D-CDE3E7E369B4}"/>
                </a:ext>
              </a:extLst>
            </p:cNvPr>
            <p:cNvGrpSpPr/>
            <p:nvPr/>
          </p:nvGrpSpPr>
          <p:grpSpPr>
            <a:xfrm>
              <a:off x="7851457" y="3421380"/>
              <a:ext cx="3520440" cy="1369695"/>
              <a:chOff x="516255" y="1783080"/>
              <a:chExt cx="3520440" cy="1369695"/>
            </a:xfrm>
          </p:grpSpPr>
          <p:sp>
            <p:nvSpPr>
              <p:cNvPr id="122" name="Shape 2">
                <a:extLst>
                  <a:ext uri="{FF2B5EF4-FFF2-40B4-BE49-F238E27FC236}">
                    <a16:creationId xmlns:a16="http://schemas.microsoft.com/office/drawing/2014/main" id="{E92F819B-5627-4F65-07CE-2CBB6EECDC94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6A273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D76CE768-8384-2BD0-4931-AF58EBCC612F}"/>
                  </a:ext>
                </a:extLst>
              </p:cNvPr>
              <p:cNvGrpSpPr/>
              <p:nvPr/>
            </p:nvGrpSpPr>
            <p:grpSpPr>
              <a:xfrm>
                <a:off x="820103" y="2056447"/>
                <a:ext cx="3038185" cy="822960"/>
                <a:chOff x="744855" y="2027898"/>
                <a:chExt cx="3038185" cy="822960"/>
              </a:xfrm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228E5D08-2CC8-3C80-27FC-29CF120A23C8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28" name="Shape 3">
                    <a:extLst>
                      <a:ext uri="{FF2B5EF4-FFF2-40B4-BE49-F238E27FC236}">
                        <a16:creationId xmlns:a16="http://schemas.microsoft.com/office/drawing/2014/main" id="{64698B28-E6D9-3E01-0186-C40D1A2A4157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6A273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Text 4">
                    <a:extLst>
                      <a:ext uri="{FF2B5EF4-FFF2-40B4-BE49-F238E27FC236}">
                        <a16:creationId xmlns:a16="http://schemas.microsoft.com/office/drawing/2014/main" id="{F95E4CDD-CBFD-1870-4BF3-05C1BC9C6F8E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6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A59A6004-8C37-E4E8-4E4A-17AD9EEC41FB}"/>
                    </a:ext>
                  </a:extLst>
                </p:cNvPr>
                <p:cNvGrpSpPr/>
                <p:nvPr/>
              </p:nvGrpSpPr>
              <p:grpSpPr>
                <a:xfrm>
                  <a:off x="1796415" y="2135461"/>
                  <a:ext cx="1986625" cy="611038"/>
                  <a:chOff x="1796415" y="2129202"/>
                  <a:chExt cx="1986625" cy="611038"/>
                </a:xfrm>
              </p:grpSpPr>
              <p:sp>
                <p:nvSpPr>
                  <p:cNvPr id="126" name="Text 10">
                    <a:extLst>
                      <a:ext uri="{FF2B5EF4-FFF2-40B4-BE49-F238E27FC236}">
                        <a16:creationId xmlns:a16="http://schemas.microsoft.com/office/drawing/2014/main" id="{20FB68F9-9F4C-0D3A-771D-D9F1D6AA8673}"/>
                      </a:ext>
                    </a:extLst>
                  </p:cNvPr>
                  <p:cNvSpPr/>
                  <p:nvPr/>
                </p:nvSpPr>
                <p:spPr>
                  <a:xfrm>
                    <a:off x="1796415" y="2129202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GitHub</a:t>
                    </a:r>
                  </a:p>
                </p:txBody>
              </p:sp>
              <p:sp>
                <p:nvSpPr>
                  <p:cNvPr id="127" name="Text 10">
                    <a:extLst>
                      <a:ext uri="{FF2B5EF4-FFF2-40B4-BE49-F238E27FC236}">
                        <a16:creationId xmlns:a16="http://schemas.microsoft.com/office/drawing/2014/main" id="{6DDD24A7-B72A-791F-B0F3-2526F5081980}"/>
                      </a:ext>
                    </a:extLst>
                  </p:cNvPr>
                  <p:cNvSpPr/>
                  <p:nvPr/>
                </p:nvSpPr>
                <p:spPr>
                  <a:xfrm>
                    <a:off x="1796415" y="2387607"/>
                    <a:ext cx="1986625" cy="35263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Actions CI/CD</a:t>
                    </a:r>
                  </a:p>
                </p:txBody>
              </p:sp>
            </p:grpSp>
          </p:grpSp>
        </p:grp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5F4553D-C39F-9F1E-EF65-9159942088BD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45ABAAF-D683-1D89-53DA-46A995F72993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7465431-8B76-0755-421E-EA14CC218A5E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7426688-7F49-48F2-D60B-96ECCAE03400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A177A91-DEA2-7441-1B09-57BEBE28683F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F82B2DC-15EC-E8A5-B106-EF894E0FE3D4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D48E717-D5C3-D2D5-7962-A4F3934DB489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39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aurav Gera - Gaurav Gera updated his cover photo.">
            <a:extLst>
              <a:ext uri="{FF2B5EF4-FFF2-40B4-BE49-F238E27FC236}">
                <a16:creationId xmlns:a16="http://schemas.microsoft.com/office/drawing/2014/main" id="{FF5B7973-9F4B-033E-63D5-427B70FBAB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7" b="9089"/>
          <a:stretch>
            <a:fillRect/>
          </a:stretch>
        </p:blipFill>
        <p:spPr>
          <a:xfrm>
            <a:off x="3523471" y="0"/>
            <a:ext cx="866852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2418095-295C-135E-907F-84F6BF0BA084}"/>
              </a:ext>
            </a:extLst>
          </p:cNvPr>
          <p:cNvSpPr/>
          <p:nvPr/>
        </p:nvSpPr>
        <p:spPr>
          <a:xfrm>
            <a:off x="0" y="0"/>
            <a:ext cx="6921796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73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93822494-EDE4-8FDD-3435-2F11E9C048C4}"/>
              </a:ext>
            </a:extLst>
          </p:cNvPr>
          <p:cNvSpPr/>
          <p:nvPr/>
        </p:nvSpPr>
        <p:spPr>
          <a:xfrm>
            <a:off x="1243589" y="2560756"/>
            <a:ext cx="5537609" cy="173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b="1" dirty="0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1: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 dirty="0">
                <a:solidFill>
                  <a:schemeClr val="bg1"/>
                </a:solidFill>
              </a:rPr>
              <a:t>Well defined blueprint.</a:t>
            </a:r>
          </a:p>
          <a:p>
            <a:endParaRPr lang="en-US" sz="3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5992C0-DF07-7695-BCE5-C8B43622D068}"/>
              </a:ext>
            </a:extLst>
          </p:cNvPr>
          <p:cNvSpPr/>
          <p:nvPr/>
        </p:nvSpPr>
        <p:spPr>
          <a:xfrm>
            <a:off x="0" y="0"/>
            <a:ext cx="140595" cy="6858000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8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C31A3-2D51-0EBD-1713-2A7D58E9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22D26A1-CF9A-C130-DE65-65E94CFE2475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1: Specs-Driven Development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FDD25-A016-6446-3CB3-29A016C332F4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A84696-BF5C-4CE1-401E-FA51DB9DDF01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610132-753A-B66D-243C-4390E29241F2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3C7BAA-220C-B45F-EBA6-0D4EC2B821CD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6F552B-0C68-17AC-27C7-43B41AC8294B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27E504-481F-4A95-56F3-415275586CEB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E132D2-4E0D-00AC-76CF-2E70847B764A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C41E4F-A3CA-9DA3-61AD-D8578CF2D5A3}"/>
              </a:ext>
            </a:extLst>
          </p:cNvPr>
          <p:cNvGrpSpPr/>
          <p:nvPr/>
        </p:nvGrpSpPr>
        <p:grpSpPr>
          <a:xfrm>
            <a:off x="1360658" y="2191914"/>
            <a:ext cx="8434418" cy="3115070"/>
            <a:chOff x="1360658" y="2035979"/>
            <a:chExt cx="8434418" cy="311507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F3D0D3-41FB-BE91-48DA-AA0AFACF1C96}"/>
                </a:ext>
              </a:extLst>
            </p:cNvPr>
            <p:cNvSpPr txBox="1"/>
            <p:nvPr/>
          </p:nvSpPr>
          <p:spPr>
            <a:xfrm>
              <a:off x="1360658" y="2035979"/>
              <a:ext cx="8434418" cy="20159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spcAft>
                  <a:spcPts val="1800"/>
                </a:spcAft>
                <a:buSzPct val="100000"/>
                <a:buBlip>
                  <a:blip r:embed="rId2"/>
                </a:buBlip>
              </a:pPr>
              <a:r>
                <a:rPr lang="en-US" sz="2000">
                  <a:latin typeface="Tahoma"/>
                  <a:ea typeface="Tahoma"/>
                  <a:cs typeface="Tahoma"/>
                </a:rPr>
                <a:t>Data contracts define schema, SLAs, lineage </a:t>
              </a:r>
            </a:p>
            <a:p>
              <a:pPr marL="285750" indent="-285750">
                <a:spcAft>
                  <a:spcPts val="1800"/>
                </a:spcAft>
                <a:buSzPct val="100000"/>
                <a:buBlip>
                  <a:blip r:embed="rId2"/>
                </a:buBlip>
              </a:pPr>
              <a:r>
                <a:rPr lang="en-US" sz="2000">
                  <a:latin typeface="Tahoma"/>
                  <a:ea typeface="Tahoma"/>
                  <a:cs typeface="Tahoma"/>
                </a:rPr>
                <a:t>YAML/JSON specs drive infrastructure creation</a:t>
              </a:r>
            </a:p>
            <a:p>
              <a:pPr marL="285750" indent="-285750">
                <a:spcAft>
                  <a:spcPts val="1800"/>
                </a:spcAft>
                <a:buSzPct val="100000"/>
                <a:buBlip>
                  <a:blip r:embed="rId2"/>
                </a:buBlip>
              </a:pPr>
              <a:r>
                <a:rPr lang="en-US" sz="2000">
                  <a:latin typeface="Tahoma"/>
                  <a:ea typeface="Tahoma"/>
                  <a:cs typeface="Tahoma"/>
                </a:rPr>
                <a:t>Single source of truth for requirements</a:t>
              </a:r>
            </a:p>
            <a:p>
              <a:pPr marL="285750" indent="-285750">
                <a:spcAft>
                  <a:spcPts val="1800"/>
                </a:spcAft>
                <a:buSzPct val="100000"/>
                <a:buBlip>
                  <a:blip r:embed="rId2"/>
                </a:buBlip>
              </a:pPr>
              <a:r>
                <a:rPr lang="en-US" sz="2000">
                  <a:latin typeface="Tahoma"/>
                  <a:ea typeface="Tahoma"/>
                  <a:cs typeface="Tahoma"/>
                </a:rPr>
                <a:t>Enables reproducible, testable pipelines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F13201-8FC8-42E6-6F75-F5FB215F7A1F}"/>
                </a:ext>
              </a:extLst>
            </p:cNvPr>
            <p:cNvGrpSpPr/>
            <p:nvPr/>
          </p:nvGrpSpPr>
          <p:grpSpPr>
            <a:xfrm>
              <a:off x="1360658" y="4516097"/>
              <a:ext cx="8434418" cy="634952"/>
              <a:chOff x="1204882" y="4833573"/>
              <a:chExt cx="8434418" cy="63495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2EB0AA6-A295-3A4E-D636-47EF39E00F22}"/>
                  </a:ext>
                </a:extLst>
              </p:cNvPr>
              <p:cNvSpPr/>
              <p:nvPr/>
            </p:nvSpPr>
            <p:spPr>
              <a:xfrm>
                <a:off x="1204882" y="4833573"/>
                <a:ext cx="8434418" cy="634952"/>
              </a:xfrm>
              <a:prstGeom prst="roundRect">
                <a:avLst>
                  <a:gd name="adj" fmla="val 18767"/>
                </a:avLst>
              </a:prstGeom>
              <a:solidFill>
                <a:srgbClr val="F7F9F7"/>
              </a:solidFill>
              <a:ln w="9525">
                <a:solidFill>
                  <a:srgbClr val="075D4B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8EDB38-8E69-F1A6-247D-160808FA0342}"/>
                  </a:ext>
                </a:extLst>
              </p:cNvPr>
              <p:cNvSpPr txBox="1"/>
              <p:nvPr/>
            </p:nvSpPr>
            <p:spPr>
              <a:xfrm>
                <a:off x="2018475" y="5027939"/>
                <a:ext cx="7392226" cy="246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lvl="0" defTabSz="457189">
                  <a:defRPr/>
                </a:pPr>
                <a:r>
                  <a:rPr lang="en-US" sz="1600" b="1">
                    <a:ln/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Helvetica"/>
                    <a:rtl val="0"/>
                  </a:rPr>
                  <a:t>Key Benefit: </a:t>
                </a:r>
                <a:r>
                  <a:rPr lang="en-US" sz="1600">
                    <a:ln/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Helvetica"/>
                    <a:rtl val="0"/>
                  </a:rPr>
                  <a:t>Transform requirements into executable code automatically</a:t>
                </a:r>
                <a:endParaRPr lang="en-IN" sz="1600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Helvetica"/>
                  <a:rtl val="0"/>
                </a:endParaRP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5F54B1C-B25B-2B87-6F78-B2808A991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rcRect l="83576" t="22617" r="11702" b="68513"/>
              <a:stretch>
                <a:fillRect/>
              </a:stretch>
            </p:blipFill>
            <p:spPr>
              <a:xfrm>
                <a:off x="1378837" y="4926743"/>
                <a:ext cx="407140" cy="44861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051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CEFD7F-6C7D-18DE-411F-547B49BE8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47" y="1550313"/>
            <a:ext cx="11293029" cy="3811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FD08B-83AD-96F4-AE1B-F853ADAC521D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Specs</a:t>
            </a:r>
          </a:p>
        </p:txBody>
      </p:sp>
    </p:spTree>
    <p:extLst>
      <p:ext uri="{BB962C8B-B14F-4D97-AF65-F5344CB8AC3E}">
        <p14:creationId xmlns:p14="http://schemas.microsoft.com/office/powerpoint/2010/main" val="425387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2423-EB9F-A600-B647-66270F95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35DF0B1-C16A-DF85-A7F5-1DF371905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7" b="6967"/>
          <a:stretch/>
        </p:blipFill>
        <p:spPr>
          <a:xfrm>
            <a:off x="5033726" y="0"/>
            <a:ext cx="715827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B3F02-4BDD-5A00-EAD0-FB8DD5C59A82}"/>
              </a:ext>
            </a:extLst>
          </p:cNvPr>
          <p:cNvSpPr/>
          <p:nvPr/>
        </p:nvSpPr>
        <p:spPr>
          <a:xfrm>
            <a:off x="-1" y="0"/>
            <a:ext cx="6921796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73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E7DE6731-4079-AD2A-4B7A-37FA6B03AF78}"/>
              </a:ext>
            </a:extLst>
          </p:cNvPr>
          <p:cNvSpPr/>
          <p:nvPr/>
        </p:nvSpPr>
        <p:spPr>
          <a:xfrm>
            <a:off x="1243590" y="2560756"/>
            <a:ext cx="6669139" cy="173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2: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Don’t solve the problem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until you've given it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the map of the environment</a:t>
            </a:r>
            <a:r>
              <a:rPr lang="en-US" sz="3600" b="1">
                <a:solidFill>
                  <a:schemeClr val="bg1"/>
                </a:solidFill>
              </a:rPr>
              <a:t>.</a:t>
            </a:r>
          </a:p>
          <a:p>
            <a:endParaRPr lang="en-US" sz="36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0B2714-DE27-F8AB-2CC0-B40B6612D96E}"/>
              </a:ext>
            </a:extLst>
          </p:cNvPr>
          <p:cNvSpPr/>
          <p:nvPr/>
        </p:nvSpPr>
        <p:spPr>
          <a:xfrm>
            <a:off x="0" y="0"/>
            <a:ext cx="140595" cy="6858000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73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D14F-EC69-7548-DA31-9C2A2A09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E03CE2-5C9D-5F91-3D66-83D19AF51C8D}"/>
              </a:ext>
            </a:extLst>
          </p:cNvPr>
          <p:cNvSpPr txBox="1"/>
          <p:nvPr/>
        </p:nvSpPr>
        <p:spPr>
          <a:xfrm>
            <a:off x="3793478" y="2563387"/>
            <a:ext cx="51790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Pillar 2: </a:t>
            </a:r>
            <a:b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</a:br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Fabric MCP Scaffolding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85A1BA-7AA0-ED17-03EC-66B236C16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237" y="-535559"/>
            <a:ext cx="4692624" cy="483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1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C1A3E-E46B-5E88-9891-6D2B3D11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A28741C-7EA3-D724-D8B8-0317CD3489E4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2: Fabric MCP Scaffolding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172D7F-0BDA-54E6-AFD9-5BB41206905E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33A940-234C-383C-A7A6-AD869EFE438A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1D1CE0-C6BD-4D4E-7382-953E3EF4AA89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F8BA8D-5175-571E-C632-A41FF4C4DB64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B4C7C0-E15D-58C1-2895-6C81830280EA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55D76C-98DD-6D3F-82AC-B6D534E2BC84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D53D87-86F8-6E09-5CBA-E215124C5454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DA3F4-6BD9-B374-7E00-E25984E9E66D}"/>
              </a:ext>
            </a:extLst>
          </p:cNvPr>
          <p:cNvSpPr txBox="1"/>
          <p:nvPr/>
        </p:nvSpPr>
        <p:spPr>
          <a:xfrm>
            <a:off x="1360658" y="2191914"/>
            <a:ext cx="8434418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>
                <a:latin typeface="Tahoma"/>
                <a:ea typeface="Tahoma"/>
                <a:cs typeface="Tahoma"/>
              </a:rPr>
              <a:t>Metadata-driven notebook generation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>
                <a:latin typeface="Tahoma"/>
                <a:ea typeface="Tahoma"/>
                <a:cs typeface="Tahoma"/>
              </a:rPr>
              <a:t>Medallion architecture (Bronze</a:t>
            </a:r>
            <a:r>
              <a:rPr lang="en-US" sz="2000">
                <a:solidFill>
                  <a:srgbClr val="075D4B"/>
                </a:solidFill>
                <a:latin typeface="Tahoma"/>
                <a:ea typeface="Tahoma"/>
                <a:cs typeface="Tahoma"/>
              </a:rPr>
              <a:t>→</a:t>
            </a:r>
            <a:r>
              <a:rPr lang="en-US" sz="2000">
                <a:latin typeface="Tahoma"/>
                <a:ea typeface="Tahoma"/>
                <a:cs typeface="Tahoma"/>
              </a:rPr>
              <a:t>Silver</a:t>
            </a:r>
            <a:r>
              <a:rPr lang="en-US" sz="2000">
                <a:solidFill>
                  <a:srgbClr val="075D4B"/>
                </a:solidFill>
                <a:latin typeface="Tahoma"/>
                <a:ea typeface="Tahoma"/>
                <a:cs typeface="Tahoma"/>
              </a:rPr>
              <a:t>→</a:t>
            </a:r>
            <a:r>
              <a:rPr lang="en-US" sz="2000">
                <a:latin typeface="Tahoma"/>
                <a:ea typeface="Tahoma"/>
                <a:cs typeface="Tahoma"/>
              </a:rPr>
              <a:t>Gold)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>
                <a:latin typeface="Tahoma"/>
                <a:ea typeface="Tahoma"/>
                <a:cs typeface="Tahoma"/>
              </a:rPr>
              <a:t>Automatic schema inference &amp; lineage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>
                <a:latin typeface="Tahoma"/>
                <a:ea typeface="Tahoma"/>
                <a:cs typeface="Tahoma"/>
              </a:rPr>
              <a:t>SQL Endpoint for read-only query access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A75DBB-C0E0-0C5A-B2D7-C1D00105D2DE}"/>
              </a:ext>
            </a:extLst>
          </p:cNvPr>
          <p:cNvGrpSpPr/>
          <p:nvPr/>
        </p:nvGrpSpPr>
        <p:grpSpPr>
          <a:xfrm>
            <a:off x="1360658" y="4672032"/>
            <a:ext cx="8434418" cy="634952"/>
            <a:chOff x="1204882" y="4833573"/>
            <a:chExt cx="8434418" cy="6349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AA1D1BE-E055-7CAF-B04E-D72E788614AD}"/>
                </a:ext>
              </a:extLst>
            </p:cNvPr>
            <p:cNvSpPr/>
            <p:nvPr/>
          </p:nvSpPr>
          <p:spPr>
            <a:xfrm>
              <a:off x="1204882" y="4833573"/>
              <a:ext cx="8434418" cy="634952"/>
            </a:xfrm>
            <a:prstGeom prst="roundRect">
              <a:avLst>
                <a:gd name="adj" fmla="val 18767"/>
              </a:avLst>
            </a:prstGeom>
            <a:solidFill>
              <a:srgbClr val="F7F9F7"/>
            </a:solidFill>
            <a:ln w="9525">
              <a:solidFill>
                <a:srgbClr val="075D4B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428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7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BF61CD-8704-AED0-12AA-4E798E92063F}"/>
                </a:ext>
              </a:extLst>
            </p:cNvPr>
            <p:cNvSpPr txBox="1"/>
            <p:nvPr/>
          </p:nvSpPr>
          <p:spPr>
            <a:xfrm>
              <a:off x="2018475" y="5027939"/>
              <a:ext cx="7392226" cy="2462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lvl="0" defTabSz="457189">
                <a:defRPr/>
              </a:pPr>
              <a:r>
                <a:rPr lang="en-US" sz="1600" b="1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Helvetica"/>
                  <a:rtl val="0"/>
                </a:rPr>
                <a:t>Key Benefit: </a:t>
              </a:r>
              <a:r>
                <a:rPr lang="en-US" sz="1600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Helvetica"/>
                  <a:rtl val="0"/>
                </a:rPr>
                <a:t>Create Fabric infrastructure and pipelines from JSON specs</a:t>
              </a:r>
              <a:endParaRPr lang="en-IN" sz="1600">
                <a:ln/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Helvetica"/>
                <a:rtl val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C7A750-6A06-142E-FA11-8A643D4D2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83576" t="22617" r="11702" b="68513"/>
            <a:stretch>
              <a:fillRect/>
            </a:stretch>
          </p:blipFill>
          <p:spPr>
            <a:xfrm>
              <a:off x="1378837" y="4926743"/>
              <a:ext cx="407140" cy="4486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388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9FE55-248A-9DF4-B2A5-445755C3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91FAA0-872A-C6DE-8283-EA245A8FA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96" y="1557197"/>
            <a:ext cx="10840007" cy="4683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357216-6E48-4C97-D601-7CB187B8022E}"/>
              </a:ext>
            </a:extLst>
          </p:cNvPr>
          <p:cNvSpPr txBox="1"/>
          <p:nvPr/>
        </p:nvSpPr>
        <p:spPr>
          <a:xfrm>
            <a:off x="595266" y="401733"/>
            <a:ext cx="60975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Scaffolding Code</a:t>
            </a:r>
          </a:p>
        </p:txBody>
      </p:sp>
    </p:spTree>
    <p:extLst>
      <p:ext uri="{BB962C8B-B14F-4D97-AF65-F5344CB8AC3E}">
        <p14:creationId xmlns:p14="http://schemas.microsoft.com/office/powerpoint/2010/main" val="291851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AC9E-9C0B-35DA-DB61-41DAAF2B2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8CC4AC-4AB3-B8EF-6692-B6AB0515A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" b="38"/>
          <a:stretch/>
        </p:blipFill>
        <p:spPr>
          <a:xfrm>
            <a:off x="3523471" y="0"/>
            <a:ext cx="866852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E74A5C-216A-EB38-27C7-D18C16BD74E9}"/>
              </a:ext>
            </a:extLst>
          </p:cNvPr>
          <p:cNvSpPr/>
          <p:nvPr/>
        </p:nvSpPr>
        <p:spPr>
          <a:xfrm>
            <a:off x="-1" y="0"/>
            <a:ext cx="6921796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73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FD06B748-D996-E6A1-4BA3-12A89CA2938D}"/>
              </a:ext>
            </a:extLst>
          </p:cNvPr>
          <p:cNvSpPr/>
          <p:nvPr/>
        </p:nvSpPr>
        <p:spPr>
          <a:xfrm>
            <a:off x="1243590" y="2560756"/>
            <a:ext cx="6813993" cy="173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3: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Plans start the mission.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Intelligence keeps the mission successful.</a:t>
            </a:r>
          </a:p>
          <a:p>
            <a:endParaRPr lang="en-US" sz="36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B1BCE0-AB7E-9007-1678-B8B93E9F0093}"/>
              </a:ext>
            </a:extLst>
          </p:cNvPr>
          <p:cNvSpPr/>
          <p:nvPr/>
        </p:nvSpPr>
        <p:spPr>
          <a:xfrm>
            <a:off x="0" y="0"/>
            <a:ext cx="140595" cy="6858000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1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0157C-E2AC-9949-82A1-CA1226EE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C0D94-3216-2998-354F-FC1FD25C4386}"/>
              </a:ext>
            </a:extLst>
          </p:cNvPr>
          <p:cNvSpPr txBox="1"/>
          <p:nvPr/>
        </p:nvSpPr>
        <p:spPr>
          <a:xfrm>
            <a:off x="3793478" y="2563387"/>
            <a:ext cx="51790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Pillar 3: </a:t>
            </a:r>
            <a:br>
              <a:rPr lang="en-US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</a:br>
            <a:r>
              <a:rPr lang="en-US" sz="28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Power BI MCP Reporting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89576B-AEDE-6BEB-5C1D-E94654634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237" y="-535559"/>
            <a:ext cx="4692624" cy="483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6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C5B5-FFDA-25FD-9EAF-7A8D31FB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C90D76-FD9A-9362-0121-0F03CEF07425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3: Power BI MCP Reporting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F4931C-B24E-AFF5-B615-64D50D965A94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4491A9-3D36-384D-EAA9-589E26A5E736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439509-4725-236F-71DF-A38B93914093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B5E0B7-E832-CACA-9D80-79D7E028C8E7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048ECB-7798-62EA-030B-5CB446CDD7DC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8711F9-F636-123D-2BB1-FF52E2FC7798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1E5300-1ED5-C405-1C3E-065FD0640F2D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14655-B36C-94C0-640D-4951BAF5BCF1}"/>
              </a:ext>
            </a:extLst>
          </p:cNvPr>
          <p:cNvSpPr txBox="1"/>
          <p:nvPr/>
        </p:nvSpPr>
        <p:spPr>
          <a:xfrm>
            <a:off x="1360658" y="2191914"/>
            <a:ext cx="8434418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dashboard generation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Audit reports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Fabric SQL Endpoint native connectivity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Consistent branding &amp; styling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83A43D-54C4-436A-15D0-0CBA1811EC51}"/>
              </a:ext>
            </a:extLst>
          </p:cNvPr>
          <p:cNvGrpSpPr/>
          <p:nvPr/>
        </p:nvGrpSpPr>
        <p:grpSpPr>
          <a:xfrm>
            <a:off x="1360658" y="4672032"/>
            <a:ext cx="8434418" cy="634952"/>
            <a:chOff x="1204882" y="4833573"/>
            <a:chExt cx="8434418" cy="6349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E72AF14-BCD2-AED1-C9A2-17DE206840C8}"/>
                </a:ext>
              </a:extLst>
            </p:cNvPr>
            <p:cNvSpPr/>
            <p:nvPr/>
          </p:nvSpPr>
          <p:spPr>
            <a:xfrm>
              <a:off x="1204882" y="4833573"/>
              <a:ext cx="8434418" cy="634952"/>
            </a:xfrm>
            <a:prstGeom prst="roundRect">
              <a:avLst>
                <a:gd name="adj" fmla="val 18767"/>
              </a:avLst>
            </a:prstGeom>
            <a:solidFill>
              <a:srgbClr val="F7F9F7"/>
            </a:solidFill>
            <a:ln w="9525">
              <a:solidFill>
                <a:srgbClr val="075D4B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428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7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C67AD5-E3E9-0A6E-322C-8EAC93FB22E1}"/>
                </a:ext>
              </a:extLst>
            </p:cNvPr>
            <p:cNvSpPr txBox="1"/>
            <p:nvPr/>
          </p:nvSpPr>
          <p:spPr>
            <a:xfrm>
              <a:off x="2018475" y="5027939"/>
              <a:ext cx="7392226" cy="2462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defTabSz="457189">
                <a:defRPr/>
              </a:pPr>
              <a:r>
                <a:rPr lang="en-US" sz="1600" b="1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Helvetica"/>
                  <a:rtl val="0"/>
                </a:rPr>
                <a:t>Key Benefit: </a:t>
              </a:r>
              <a:r>
                <a:rPr lang="en-IN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Generate production-ready reports automatically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FBECB6-E923-6FE5-5FAF-E90255771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83576" t="22617" r="11702" b="68513"/>
            <a:stretch>
              <a:fillRect/>
            </a:stretch>
          </p:blipFill>
          <p:spPr>
            <a:xfrm>
              <a:off x="1378837" y="4926743"/>
              <a:ext cx="407140" cy="4486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861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67F93-34C8-B8BA-401E-EEC47BA7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6780B7-1A39-89C7-CB06-41C7CB541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085" y="1439501"/>
            <a:ext cx="4266250" cy="2173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6688CF-9DF4-7ACC-DF37-B74C0EAF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4" y="1439501"/>
            <a:ext cx="4022235" cy="21730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3F0644-7652-5CB6-4E19-5313C59A2D6F}"/>
              </a:ext>
            </a:extLst>
          </p:cNvPr>
          <p:cNvSpPr txBox="1"/>
          <p:nvPr/>
        </p:nvSpPr>
        <p:spPr>
          <a:xfrm>
            <a:off x="658640" y="400192"/>
            <a:ext cx="60975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 BI MCP Reporting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E9B18-11BA-BF4E-0F31-1A8DBE093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34" y="3919225"/>
            <a:ext cx="4022235" cy="2173043"/>
          </a:xfrm>
          <a:prstGeom prst="rect">
            <a:avLst/>
          </a:prstGeom>
          <a:effectLst>
            <a:reflection blurRad="1270000" stA="0" endPos="65000" dist="508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0ACADE-81DD-070B-F89D-F4C83B4EF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085" y="3919225"/>
            <a:ext cx="4329370" cy="217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6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6BDB-8DEE-2305-B2A8-CB7D8F0A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D7DEBB-D86C-F1ED-94A1-73A4BEFA6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2" b="11322"/>
          <a:stretch/>
        </p:blipFill>
        <p:spPr>
          <a:xfrm>
            <a:off x="4218915" y="0"/>
            <a:ext cx="797308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064D04-C594-62EA-4A02-5B8F2C1C8C9D}"/>
              </a:ext>
            </a:extLst>
          </p:cNvPr>
          <p:cNvSpPr/>
          <p:nvPr/>
        </p:nvSpPr>
        <p:spPr>
          <a:xfrm>
            <a:off x="-1" y="0"/>
            <a:ext cx="6921796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73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0E00D9AF-0A36-6A82-D498-BD367E33E29C}"/>
              </a:ext>
            </a:extLst>
          </p:cNvPr>
          <p:cNvSpPr/>
          <p:nvPr/>
        </p:nvSpPr>
        <p:spPr>
          <a:xfrm>
            <a:off x="1243590" y="2560756"/>
            <a:ext cx="4722643" cy="173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4: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Dry Run Every Single Move.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If something fails,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we adjust.</a:t>
            </a:r>
          </a:p>
          <a:p>
            <a:endParaRPr lang="en-US" sz="36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38B9B3-5A3E-7678-D436-F0D3109688CC}"/>
              </a:ext>
            </a:extLst>
          </p:cNvPr>
          <p:cNvSpPr/>
          <p:nvPr/>
        </p:nvSpPr>
        <p:spPr>
          <a:xfrm>
            <a:off x="0" y="0"/>
            <a:ext cx="140595" cy="6858000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86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63AD-F991-28CC-3B50-B5C24F57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D2C1D-D02B-0054-B603-1989E18F8288}"/>
              </a:ext>
            </a:extLst>
          </p:cNvPr>
          <p:cNvSpPr txBox="1"/>
          <p:nvPr/>
        </p:nvSpPr>
        <p:spPr>
          <a:xfrm>
            <a:off x="3793478" y="2563387"/>
            <a:ext cx="54076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Pillar 4: Data Ops </a:t>
            </a:r>
            <a:b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</a:br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Quality Framework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E6AAD2D-1AAD-2A48-F0F9-A06E208862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237" y="-535559"/>
            <a:ext cx="4692624" cy="483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6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268D-BB1E-8370-D3A7-54811D82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7A647CA-1295-C234-EEFE-31158D38BBE7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4: Data Ops Quality Framework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6C2635-278E-7B33-1E4D-55017330939E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6BCCE-EF8C-DD69-AD2C-7ADDB2D75DB5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440E11-E157-6606-E369-276F7A89392C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B8000B-BA06-308D-FA3D-6827A3024ABA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0DD6DF-2D7A-58DD-97B0-8DA30C9B95A6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243302-8EC2-9870-DD82-1D19EEE28F15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2B92D3-C065-DBCF-CF9C-0FCFB8D9A0CD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44183-E8D4-4912-4A25-1FBC68B8C365}"/>
              </a:ext>
            </a:extLst>
          </p:cNvPr>
          <p:cNvSpPr txBox="1"/>
          <p:nvPr/>
        </p:nvSpPr>
        <p:spPr>
          <a:xfrm>
            <a:off x="1360658" y="2191914"/>
            <a:ext cx="8545342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Great Expectations / DBT integration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 monitoring (Freshness, Completeness, Uniqueness)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Quality check notebooks per layer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alerts &amp; reporting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A6A93B-879C-34C7-4F3A-986AE28A0FD5}"/>
              </a:ext>
            </a:extLst>
          </p:cNvPr>
          <p:cNvGrpSpPr/>
          <p:nvPr/>
        </p:nvGrpSpPr>
        <p:grpSpPr>
          <a:xfrm>
            <a:off x="1360658" y="4672032"/>
            <a:ext cx="8434418" cy="634952"/>
            <a:chOff x="1204882" y="4833573"/>
            <a:chExt cx="8434418" cy="6349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BFE9EE0-083A-71F5-9C15-16FE7CDA77A5}"/>
                </a:ext>
              </a:extLst>
            </p:cNvPr>
            <p:cNvSpPr/>
            <p:nvPr/>
          </p:nvSpPr>
          <p:spPr>
            <a:xfrm>
              <a:off x="1204882" y="4833573"/>
              <a:ext cx="8434418" cy="634952"/>
            </a:xfrm>
            <a:prstGeom prst="roundRect">
              <a:avLst>
                <a:gd name="adj" fmla="val 18767"/>
              </a:avLst>
            </a:prstGeom>
            <a:solidFill>
              <a:srgbClr val="F7F9F7"/>
            </a:solidFill>
            <a:ln w="9525">
              <a:solidFill>
                <a:srgbClr val="075D4B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428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7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652DF9-C21C-9EC3-CCB2-6C4DD0F2A593}"/>
                </a:ext>
              </a:extLst>
            </p:cNvPr>
            <p:cNvSpPr txBox="1"/>
            <p:nvPr/>
          </p:nvSpPr>
          <p:spPr>
            <a:xfrm>
              <a:off x="2018475" y="5027939"/>
              <a:ext cx="7392226" cy="2462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defTabSz="457189">
                <a:defRPr/>
              </a:pPr>
              <a:r>
                <a:rPr lang="en-US" sz="1600" b="1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Helvetica"/>
                  <a:rtl val="0"/>
                </a:rPr>
                <a:t>Key Benefit: </a:t>
              </a:r>
              <a:r>
                <a:rPr lang="en-US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35+ quality checks passing automatically</a:t>
              </a:r>
              <a:endParaRPr lang="en-IN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CB2D30-2C5B-0575-059C-FB444EE2D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83576" t="22617" r="11702" b="68513"/>
            <a:stretch>
              <a:fillRect/>
            </a:stretch>
          </p:blipFill>
          <p:spPr>
            <a:xfrm>
              <a:off x="1378837" y="4926743"/>
              <a:ext cx="407140" cy="4486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87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1F5D-C102-2B49-85C4-CE220D31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DE4B0-4583-1FDE-C459-0EC5752E5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184" y="1011332"/>
            <a:ext cx="7495261" cy="39134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A640C9-6858-D434-3EE9-D0B89A723A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521" r="15914" b="2521"/>
          <a:stretch>
            <a:fillRect/>
          </a:stretch>
        </p:blipFill>
        <p:spPr>
          <a:xfrm>
            <a:off x="1850474" y="5022298"/>
            <a:ext cx="5751176" cy="16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6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621A1-FB9E-A8FE-D60E-5E6DACA5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44FB4E-90BE-73CF-C99B-04CC7E937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r="15745"/>
          <a:stretch/>
        </p:blipFill>
        <p:spPr>
          <a:xfrm>
            <a:off x="5142368" y="0"/>
            <a:ext cx="7049632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BC76E06-E3EA-8A1C-051D-46B2F4160C82}"/>
              </a:ext>
            </a:extLst>
          </p:cNvPr>
          <p:cNvSpPr/>
          <p:nvPr/>
        </p:nvSpPr>
        <p:spPr>
          <a:xfrm>
            <a:off x="-1" y="0"/>
            <a:ext cx="6921796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73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DC5CEC53-A3CF-CBF5-C5BC-767F42AC12E6}"/>
              </a:ext>
            </a:extLst>
          </p:cNvPr>
          <p:cNvSpPr/>
          <p:nvPr/>
        </p:nvSpPr>
        <p:spPr>
          <a:xfrm>
            <a:off x="1243590" y="2560756"/>
            <a:ext cx="5465027" cy="173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b="1" dirty="0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5: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 dirty="0">
                <a:solidFill>
                  <a:schemeClr val="bg1"/>
                </a:solidFill>
                <a:latin typeface="Cambria"/>
              </a:rPr>
              <a:t>One Mission.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 dirty="0">
                <a:solidFill>
                  <a:schemeClr val="bg1"/>
                </a:solidFill>
                <a:latin typeface="Cambria"/>
              </a:rPr>
              <a:t>Many Specialists.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 dirty="0">
                <a:solidFill>
                  <a:schemeClr val="bg1"/>
                </a:solidFill>
                <a:latin typeface="Cambria"/>
              </a:rPr>
              <a:t>Clear Ownership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69135-73A8-85E4-EB6F-4DAECDED3C81}"/>
              </a:ext>
            </a:extLst>
          </p:cNvPr>
          <p:cNvSpPr/>
          <p:nvPr/>
        </p:nvSpPr>
        <p:spPr>
          <a:xfrm>
            <a:off x="0" y="0"/>
            <a:ext cx="140595" cy="6858000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17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4C06A-7C8B-02EC-53C8-7322F57F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CEC2D5-B5B0-F769-D512-882D05C690AF}"/>
              </a:ext>
            </a:extLst>
          </p:cNvPr>
          <p:cNvSpPr txBox="1"/>
          <p:nvPr/>
        </p:nvSpPr>
        <p:spPr>
          <a:xfrm>
            <a:off x="3793478" y="2563387"/>
            <a:ext cx="54076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Pillar 5: </a:t>
            </a:r>
            <a:b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</a:br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Feature-Driven SDLC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AB0711B-08E6-0AEB-0139-894A57406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237" y="-535559"/>
            <a:ext cx="4692624" cy="483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4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C7E7-64F8-8C83-5581-4916ABFB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E61D8E7-2E3A-AC42-EB1E-B9E90B9D0E94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5: Feature-Driven SDLC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93B55-9FA3-C473-624C-47815F3CCBDA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C511DE-7AE0-EE39-1516-7633B0476B3B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569460-9C2C-D823-76ED-762DC3375992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07A26B-9166-0BBB-C745-B378A09AF0BB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3C3060-91F3-5653-AC5B-37DE7A8C35EF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10C9FE-77E8-5F40-CBE3-C5266C86A4F3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91CE59-15C3-3F78-90EB-B27126A5388D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B66F7-8474-0099-8AD9-235333FF79F2}"/>
              </a:ext>
            </a:extLst>
          </p:cNvPr>
          <p:cNvSpPr txBox="1"/>
          <p:nvPr/>
        </p:nvSpPr>
        <p:spPr>
          <a:xfrm>
            <a:off x="1360658" y="2191914"/>
            <a:ext cx="8545342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branch strategy (feature/bronze-*)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Pull request templates with lineage docs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review gates &amp; CODEOWNERS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schema validation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1DB4B6-4456-55E1-63C0-5003BEC05F72}"/>
              </a:ext>
            </a:extLst>
          </p:cNvPr>
          <p:cNvGrpSpPr/>
          <p:nvPr/>
        </p:nvGrpSpPr>
        <p:grpSpPr>
          <a:xfrm>
            <a:off x="1360658" y="4672032"/>
            <a:ext cx="8434418" cy="634952"/>
            <a:chOff x="1204882" y="4833573"/>
            <a:chExt cx="8434418" cy="6349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BD4DCDB-89DF-9258-9DC1-8F33C74D7936}"/>
                </a:ext>
              </a:extLst>
            </p:cNvPr>
            <p:cNvSpPr/>
            <p:nvPr/>
          </p:nvSpPr>
          <p:spPr>
            <a:xfrm>
              <a:off x="1204882" y="4833573"/>
              <a:ext cx="8434418" cy="634952"/>
            </a:xfrm>
            <a:prstGeom prst="roundRect">
              <a:avLst>
                <a:gd name="adj" fmla="val 18767"/>
              </a:avLst>
            </a:prstGeom>
            <a:solidFill>
              <a:srgbClr val="F7F9F7"/>
            </a:solidFill>
            <a:ln w="9525">
              <a:solidFill>
                <a:srgbClr val="075D4B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428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7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942EC5-7E47-2E7C-D4B0-0AB6D85C1993}"/>
                </a:ext>
              </a:extLst>
            </p:cNvPr>
            <p:cNvSpPr txBox="1"/>
            <p:nvPr/>
          </p:nvSpPr>
          <p:spPr>
            <a:xfrm>
              <a:off x="2018475" y="5027939"/>
              <a:ext cx="7392226" cy="2462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defTabSz="457189">
                <a:defRPr/>
              </a:pPr>
              <a:r>
                <a:rPr lang="en-US" sz="1600" b="1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Helvetica"/>
                  <a:rtl val="0"/>
                </a:rPr>
                <a:t>Key Benefit: </a:t>
              </a:r>
              <a:r>
                <a:rPr lang="en-US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Enforce quality &amp; consistency at merge-time</a:t>
              </a:r>
              <a:endParaRPr lang="en-IN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1CB273-9DDA-0A10-8877-DFAAB2846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83576" t="22617" r="11702" b="68513"/>
            <a:stretch>
              <a:fillRect/>
            </a:stretch>
          </p:blipFill>
          <p:spPr>
            <a:xfrm>
              <a:off x="1378837" y="4926743"/>
              <a:ext cx="407140" cy="4486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116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0AA0-71A6-4F6E-E0FA-578B1A14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DAB5265-AC81-A5C2-A5BB-3FD27CA7D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8" b="3038"/>
          <a:stretch/>
        </p:blipFill>
        <p:spPr>
          <a:xfrm>
            <a:off x="3523471" y="0"/>
            <a:ext cx="866852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BF00CD0-89F9-43D2-BFBE-08FD7AD2E638}"/>
              </a:ext>
            </a:extLst>
          </p:cNvPr>
          <p:cNvSpPr/>
          <p:nvPr/>
        </p:nvSpPr>
        <p:spPr>
          <a:xfrm>
            <a:off x="-1" y="0"/>
            <a:ext cx="6921796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73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66FB53FC-BF6A-F8D1-D241-9B6E17F96B58}"/>
              </a:ext>
            </a:extLst>
          </p:cNvPr>
          <p:cNvSpPr/>
          <p:nvPr/>
        </p:nvSpPr>
        <p:spPr>
          <a:xfrm>
            <a:off x="1243590" y="2560756"/>
            <a:ext cx="5800006" cy="173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6: </a:t>
            </a:r>
            <a:endParaRPr lang="en-US" sz="3600" b="1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b="1">
                <a:solidFill>
                  <a:schemeClr val="bg1"/>
                </a:solidFill>
              </a:rPr>
              <a:t>Execution succeeds because </a:t>
            </a:r>
          </a:p>
          <a:p>
            <a:r>
              <a:rPr lang="en-US" sz="2400" b="1">
                <a:solidFill>
                  <a:schemeClr val="bg1"/>
                </a:solidFill>
              </a:rPr>
              <a:t>preparation was complete.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E3329F-E5F2-302C-2F94-711B361B3128}"/>
              </a:ext>
            </a:extLst>
          </p:cNvPr>
          <p:cNvSpPr/>
          <p:nvPr/>
        </p:nvSpPr>
        <p:spPr>
          <a:xfrm>
            <a:off x="0" y="0"/>
            <a:ext cx="140595" cy="6858000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24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B3B94-B41C-BFAB-0819-597DE8A2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051498-5E58-925A-C3DE-A0B2EECCD178}"/>
              </a:ext>
            </a:extLst>
          </p:cNvPr>
          <p:cNvSpPr txBox="1"/>
          <p:nvPr/>
        </p:nvSpPr>
        <p:spPr>
          <a:xfrm>
            <a:off x="3793478" y="2563387"/>
            <a:ext cx="54076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Pillar 6: </a:t>
            </a:r>
            <a:b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</a:br>
            <a:r>
              <a:rPr lang="en-US" sz="28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GitHub Actions CI/CD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DD0E5A7-AE4D-F967-B999-0ED09364B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237" y="-535559"/>
            <a:ext cx="4692624" cy="483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9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3779-8FE4-A056-FAC1-F8823D21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CB49A9B-2FB6-9B4B-6EBF-B94E18BE4968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Pillar 6: GitHub Actions CI/CD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86A1B-C2BB-A13D-48F5-219042F3A0BC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6D3D7E-D1EA-64DE-22DB-A86CAE6D8609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E234B0-B967-961D-FF61-FE2E0BA09998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5D4FC2-F6F8-8BDB-E50E-50AAB5A66C71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4E3F47-9F57-94D9-F356-227FEB57CA7E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0D1011-523B-B49D-84B1-556D97AD7D42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2988E7-6AEC-9069-2D71-EFADF75443F9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004D52-E254-7BB4-1C95-D84BC68243F0}"/>
              </a:ext>
            </a:extLst>
          </p:cNvPr>
          <p:cNvSpPr txBox="1"/>
          <p:nvPr/>
        </p:nvSpPr>
        <p:spPr>
          <a:xfrm>
            <a:off x="1360658" y="2191914"/>
            <a:ext cx="8545342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 validation &amp; schema checks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fr-FR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Multi-environment promotion (</a:t>
            </a:r>
            <a:r>
              <a:rPr lang="fr-FR" sz="20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</a:t>
            </a:r>
            <a:r>
              <a:rPr lang="fr-FR" sz="2000" err="1">
                <a:solidFill>
                  <a:srgbClr val="075D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→</a:t>
            </a:r>
            <a:r>
              <a:rPr lang="fr-FR" sz="20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</a:t>
            </a:r>
            <a:r>
              <a:rPr lang="fr-FR" sz="2000" err="1">
                <a:solidFill>
                  <a:srgbClr val="075D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→</a:t>
            </a:r>
            <a:r>
              <a:rPr lang="fr-FR" sz="20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uat</a:t>
            </a:r>
            <a:r>
              <a:rPr lang="fr-FR" sz="2000" err="1">
                <a:solidFill>
                  <a:srgbClr val="075D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→</a:t>
            </a:r>
            <a:r>
              <a:rPr lang="fr-FR" sz="20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</a:t>
            </a:r>
            <a:r>
              <a:rPr lang="fr-FR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deployment workflows </a:t>
            </a:r>
          </a:p>
          <a:p>
            <a:pPr marL="285750" indent="-285750">
              <a:spcAft>
                <a:spcPts val="1800"/>
              </a:spcAft>
              <a:buSzPct val="100000"/>
              <a:buBlip>
                <a:blip r:embed="rId2"/>
              </a:buBlip>
            </a:pPr>
            <a:r>
              <a:rPr lang="en-IN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Slack notifications &amp; audit logs</a:t>
            </a:r>
            <a:endPara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240B4F-1CB9-FC7D-B944-1A21802F8799}"/>
              </a:ext>
            </a:extLst>
          </p:cNvPr>
          <p:cNvGrpSpPr/>
          <p:nvPr/>
        </p:nvGrpSpPr>
        <p:grpSpPr>
          <a:xfrm>
            <a:off x="1360658" y="4672032"/>
            <a:ext cx="8434418" cy="634952"/>
            <a:chOff x="1204882" y="4833573"/>
            <a:chExt cx="8434418" cy="6349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3413EC5-82BD-5D75-29ED-5FA23AB84B5E}"/>
                </a:ext>
              </a:extLst>
            </p:cNvPr>
            <p:cNvSpPr/>
            <p:nvPr/>
          </p:nvSpPr>
          <p:spPr>
            <a:xfrm>
              <a:off x="1204882" y="4833573"/>
              <a:ext cx="8434418" cy="634952"/>
            </a:xfrm>
            <a:prstGeom prst="roundRect">
              <a:avLst>
                <a:gd name="adj" fmla="val 18767"/>
              </a:avLst>
            </a:prstGeom>
            <a:solidFill>
              <a:srgbClr val="F7F9F7"/>
            </a:solidFill>
            <a:ln w="9525">
              <a:solidFill>
                <a:srgbClr val="075D4B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428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7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4EC808-3845-F105-D80B-8025B0209F81}"/>
                </a:ext>
              </a:extLst>
            </p:cNvPr>
            <p:cNvSpPr txBox="1"/>
            <p:nvPr/>
          </p:nvSpPr>
          <p:spPr>
            <a:xfrm>
              <a:off x="2018475" y="5027939"/>
              <a:ext cx="7392226" cy="2462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defTabSz="457189">
                <a:defRPr/>
              </a:pPr>
              <a:r>
                <a:rPr lang="en-US" sz="1600" b="1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Helvetica"/>
                  <a:rtl val="0"/>
                </a:rPr>
                <a:t>Key Benefit: </a:t>
              </a:r>
              <a:r>
                <a:rPr lang="en-US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Push-to-deploy data pipelines with safety gates</a:t>
              </a:r>
              <a:endParaRPr lang="en-IN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A9DF5B2-6A4C-5A87-F063-A1A0772BD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83576" t="22617" r="11702" b="68513"/>
            <a:stretch>
              <a:fillRect/>
            </a:stretch>
          </p:blipFill>
          <p:spPr>
            <a:xfrm>
              <a:off x="1378837" y="4926743"/>
              <a:ext cx="407140" cy="4486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799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56EE-9FE5-C812-2BA4-76CE8E3D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98D542-2E4E-8663-9639-BE403F3AB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90"/>
          <a:stretch>
            <a:fillRect/>
          </a:stretch>
        </p:blipFill>
        <p:spPr>
          <a:xfrm>
            <a:off x="686653" y="1551709"/>
            <a:ext cx="9842802" cy="482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115C-2548-742C-E4B6-99F14EF2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>
            <a:extLst>
              <a:ext uri="{FF2B5EF4-FFF2-40B4-BE49-F238E27FC236}">
                <a16:creationId xmlns:a16="http://schemas.microsoft.com/office/drawing/2014/main" id="{0A14F7DB-85B9-75AF-FBF2-A41480669295}"/>
              </a:ext>
            </a:extLst>
          </p:cNvPr>
          <p:cNvSpPr txBox="1"/>
          <p:nvPr/>
        </p:nvSpPr>
        <p:spPr>
          <a:xfrm flipH="1">
            <a:off x="421585" y="382848"/>
            <a:ext cx="7076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Six Pillars : One Mission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E030559-394F-CBE3-D51B-9E0B4E36D624}"/>
              </a:ext>
            </a:extLst>
          </p:cNvPr>
          <p:cNvGrpSpPr/>
          <p:nvPr/>
        </p:nvGrpSpPr>
        <p:grpSpPr>
          <a:xfrm>
            <a:off x="1084614" y="2507688"/>
            <a:ext cx="10022772" cy="2671684"/>
            <a:chOff x="516255" y="1897380"/>
            <a:chExt cx="10855642" cy="2893695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989C951A-CCB9-A61C-126A-FC7808830FEA}"/>
                </a:ext>
              </a:extLst>
            </p:cNvPr>
            <p:cNvGrpSpPr/>
            <p:nvPr/>
          </p:nvGrpSpPr>
          <p:grpSpPr>
            <a:xfrm>
              <a:off x="516255" y="1897380"/>
              <a:ext cx="3520440" cy="1369695"/>
              <a:chOff x="516255" y="1897380"/>
              <a:chExt cx="3520440" cy="1369695"/>
            </a:xfrm>
          </p:grpSpPr>
          <p:sp>
            <p:nvSpPr>
              <p:cNvPr id="3" name="Shape 2">
                <a:extLst>
                  <a:ext uri="{FF2B5EF4-FFF2-40B4-BE49-F238E27FC236}">
                    <a16:creationId xmlns:a16="http://schemas.microsoft.com/office/drawing/2014/main" id="{8ED484FB-D85F-5571-8900-CD80AA84A394}"/>
                  </a:ext>
                </a:extLst>
              </p:cNvPr>
              <p:cNvSpPr/>
              <p:nvPr/>
            </p:nvSpPr>
            <p:spPr>
              <a:xfrm>
                <a:off x="516255" y="18973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91D608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23ACCD8A-B25A-35FB-B5F5-CB5680C7F47B}"/>
                  </a:ext>
                </a:extLst>
              </p:cNvPr>
              <p:cNvGrpSpPr/>
              <p:nvPr/>
            </p:nvGrpSpPr>
            <p:grpSpPr>
              <a:xfrm>
                <a:off x="820103" y="2170747"/>
                <a:ext cx="822960" cy="822960"/>
                <a:chOff x="744855" y="2057400"/>
                <a:chExt cx="822960" cy="822960"/>
              </a:xfrm>
            </p:grpSpPr>
            <p:sp>
              <p:nvSpPr>
                <p:cNvPr id="5" name="Shape 3">
                  <a:extLst>
                    <a:ext uri="{FF2B5EF4-FFF2-40B4-BE49-F238E27FC236}">
                      <a16:creationId xmlns:a16="http://schemas.microsoft.com/office/drawing/2014/main" id="{7658DA7E-8615-02B8-63FA-60A6D1DD69AA}"/>
                    </a:ext>
                  </a:extLst>
                </p:cNvPr>
                <p:cNvSpPr/>
                <p:nvPr/>
              </p:nvSpPr>
              <p:spPr>
                <a:xfrm>
                  <a:off x="744855" y="2057400"/>
                  <a:ext cx="822960" cy="822960"/>
                </a:xfrm>
                <a:prstGeom prst="ellipse">
                  <a:avLst/>
                </a:prstGeom>
                <a:solidFill>
                  <a:srgbClr val="91D608"/>
                </a:solidFill>
                <a:ln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7B751C8A-58C7-0BFA-9FD4-DEEDF1D2C982}"/>
                    </a:ext>
                  </a:extLst>
                </p:cNvPr>
                <p:cNvSpPr/>
                <p:nvPr/>
              </p:nvSpPr>
              <p:spPr>
                <a:xfrm>
                  <a:off x="900838" y="2213383"/>
                  <a:ext cx="510994" cy="51099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1</a:t>
                  </a:r>
                  <a:endParaRPr kumimoji="0" lang="en-US" sz="3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83B14C51-CD25-4A1E-D289-DA7C9F35FCD5}"/>
                  </a:ext>
                </a:extLst>
              </p:cNvPr>
              <p:cNvGrpSpPr/>
              <p:nvPr/>
            </p:nvGrpSpPr>
            <p:grpSpPr>
              <a:xfrm>
                <a:off x="1871663" y="2174403"/>
                <a:ext cx="1861185" cy="815648"/>
                <a:chOff x="1796415" y="2052193"/>
                <a:chExt cx="1861185" cy="815648"/>
              </a:xfrm>
            </p:grpSpPr>
            <p:sp>
              <p:nvSpPr>
                <p:cNvPr id="77" name="Text 10">
                  <a:extLst>
                    <a:ext uri="{FF2B5EF4-FFF2-40B4-BE49-F238E27FC236}">
                      <a16:creationId xmlns:a16="http://schemas.microsoft.com/office/drawing/2014/main" id="{9A86C36D-1A54-80A8-5002-3E0F4E7607B8}"/>
                    </a:ext>
                  </a:extLst>
                </p:cNvPr>
                <p:cNvSpPr/>
                <p:nvPr/>
              </p:nvSpPr>
              <p:spPr>
                <a:xfrm>
                  <a:off x="1796415" y="2052193"/>
                  <a:ext cx="1861185" cy="19655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Specs</a:t>
                  </a:r>
                </a:p>
              </p:txBody>
            </p:sp>
            <p:sp>
              <p:nvSpPr>
                <p:cNvPr id="78" name="Text 10">
                  <a:extLst>
                    <a:ext uri="{FF2B5EF4-FFF2-40B4-BE49-F238E27FC236}">
                      <a16:creationId xmlns:a16="http://schemas.microsoft.com/office/drawing/2014/main" id="{2CC36679-1941-471D-7D66-36C78DD6A9FC}"/>
                    </a:ext>
                  </a:extLst>
                </p:cNvPr>
                <p:cNvSpPr/>
                <p:nvPr/>
              </p:nvSpPr>
              <p:spPr>
                <a:xfrm>
                  <a:off x="1796416" y="2305068"/>
                  <a:ext cx="1861184" cy="56277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Driven Development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7BF86D6-65E9-55E7-C064-4D47825ED0CD}"/>
                </a:ext>
              </a:extLst>
            </p:cNvPr>
            <p:cNvGrpSpPr/>
            <p:nvPr/>
          </p:nvGrpSpPr>
          <p:grpSpPr>
            <a:xfrm>
              <a:off x="4192905" y="1897380"/>
              <a:ext cx="3520440" cy="1369695"/>
              <a:chOff x="516255" y="1783080"/>
              <a:chExt cx="3520440" cy="1369695"/>
            </a:xfrm>
          </p:grpSpPr>
          <p:sp>
            <p:nvSpPr>
              <p:cNvPr id="86" name="Shape 2">
                <a:extLst>
                  <a:ext uri="{FF2B5EF4-FFF2-40B4-BE49-F238E27FC236}">
                    <a16:creationId xmlns:a16="http://schemas.microsoft.com/office/drawing/2014/main" id="{9D6269D0-DC78-BD2B-D833-CCD49741C149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02060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8544488-E954-3C11-3BE1-582D69E52145}"/>
                  </a:ext>
                </a:extLst>
              </p:cNvPr>
              <p:cNvGrpSpPr/>
              <p:nvPr/>
            </p:nvGrpSpPr>
            <p:grpSpPr>
              <a:xfrm>
                <a:off x="820103" y="2033205"/>
                <a:ext cx="2912745" cy="869444"/>
                <a:chOff x="744855" y="2004656"/>
                <a:chExt cx="2912745" cy="869444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E63D81A3-FB3D-A37D-10CF-14F07DB64E4E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92" name="Shape 3">
                    <a:extLst>
                      <a:ext uri="{FF2B5EF4-FFF2-40B4-BE49-F238E27FC236}">
                        <a16:creationId xmlns:a16="http://schemas.microsoft.com/office/drawing/2014/main" id="{4442FBD4-B3D1-B7AF-B0A4-5C70346F8E6B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02060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Text 4">
                    <a:extLst>
                      <a:ext uri="{FF2B5EF4-FFF2-40B4-BE49-F238E27FC236}">
                        <a16:creationId xmlns:a16="http://schemas.microsoft.com/office/drawing/2014/main" id="{5661C96B-68EF-F0BB-7699-4153D25326CC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6E0AE444-A9FA-1A34-A0B4-12E37A8803E3}"/>
                    </a:ext>
                  </a:extLst>
                </p:cNvPr>
                <p:cNvGrpSpPr/>
                <p:nvPr/>
              </p:nvGrpSpPr>
              <p:grpSpPr>
                <a:xfrm>
                  <a:off x="1796415" y="2004656"/>
                  <a:ext cx="1861185" cy="869444"/>
                  <a:chOff x="1796415" y="1998397"/>
                  <a:chExt cx="1861185" cy="869444"/>
                </a:xfrm>
              </p:grpSpPr>
              <p:sp>
                <p:nvSpPr>
                  <p:cNvPr id="90" name="Text 10">
                    <a:extLst>
                      <a:ext uri="{FF2B5EF4-FFF2-40B4-BE49-F238E27FC236}">
                        <a16:creationId xmlns:a16="http://schemas.microsoft.com/office/drawing/2014/main" id="{7BFF5620-F11E-F800-8F12-ED30B4628EA3}"/>
                      </a:ext>
                    </a:extLst>
                  </p:cNvPr>
                  <p:cNvSpPr/>
                  <p:nvPr/>
                </p:nvSpPr>
                <p:spPr>
                  <a:xfrm>
                    <a:off x="1796415" y="1998397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Fabric</a:t>
                    </a:r>
                  </a:p>
                </p:txBody>
              </p:sp>
              <p:sp>
                <p:nvSpPr>
                  <p:cNvPr id="91" name="Text 10">
                    <a:extLst>
                      <a:ext uri="{FF2B5EF4-FFF2-40B4-BE49-F238E27FC236}">
                        <a16:creationId xmlns:a16="http://schemas.microsoft.com/office/drawing/2014/main" id="{B3111FFD-C331-046D-9F8F-33F35B5482CE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05068"/>
                    <a:ext cx="1861184" cy="56277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MCP Scaffolding</a:t>
                    </a:r>
                  </a:p>
                </p:txBody>
              </p:sp>
            </p:grp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AC34F76C-E487-B727-82E1-91DBF8CDCCCB}"/>
                </a:ext>
              </a:extLst>
            </p:cNvPr>
            <p:cNvGrpSpPr/>
            <p:nvPr/>
          </p:nvGrpSpPr>
          <p:grpSpPr>
            <a:xfrm>
              <a:off x="7851457" y="1897380"/>
              <a:ext cx="3520440" cy="1369695"/>
              <a:chOff x="516255" y="1783080"/>
              <a:chExt cx="3520440" cy="1369695"/>
            </a:xfrm>
          </p:grpSpPr>
          <p:sp>
            <p:nvSpPr>
              <p:cNvPr id="95" name="Shape 2">
                <a:extLst>
                  <a:ext uri="{FF2B5EF4-FFF2-40B4-BE49-F238E27FC236}">
                    <a16:creationId xmlns:a16="http://schemas.microsoft.com/office/drawing/2014/main" id="{098CBF04-E5F5-C89C-E78A-B943895C752F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84088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F9CBF509-1B40-DCE2-DC71-23522E025951}"/>
                  </a:ext>
                </a:extLst>
              </p:cNvPr>
              <p:cNvGrpSpPr/>
              <p:nvPr/>
            </p:nvGrpSpPr>
            <p:grpSpPr>
              <a:xfrm>
                <a:off x="820103" y="2033205"/>
                <a:ext cx="2912745" cy="869444"/>
                <a:chOff x="744855" y="2004656"/>
                <a:chExt cx="2912745" cy="869444"/>
              </a:xfrm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B78277B4-F9E0-2465-A245-619D252ED8AB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01" name="Shape 3">
                    <a:extLst>
                      <a:ext uri="{FF2B5EF4-FFF2-40B4-BE49-F238E27FC236}">
                        <a16:creationId xmlns:a16="http://schemas.microsoft.com/office/drawing/2014/main" id="{7CA8CA3B-1C4D-80D6-33A1-E59C3B42F0C3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84088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Text 4">
                    <a:extLst>
                      <a:ext uri="{FF2B5EF4-FFF2-40B4-BE49-F238E27FC236}">
                        <a16:creationId xmlns:a16="http://schemas.microsoft.com/office/drawing/2014/main" id="{6B8A1940-83FF-B8A7-367F-168EB5C1A159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3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C943DCCE-0802-B095-A3F3-E1A03CF56A54}"/>
                    </a:ext>
                  </a:extLst>
                </p:cNvPr>
                <p:cNvGrpSpPr/>
                <p:nvPr/>
              </p:nvGrpSpPr>
              <p:grpSpPr>
                <a:xfrm>
                  <a:off x="1796415" y="2004656"/>
                  <a:ext cx="1861185" cy="869444"/>
                  <a:chOff x="1796415" y="1998397"/>
                  <a:chExt cx="1861185" cy="869444"/>
                </a:xfrm>
              </p:grpSpPr>
              <p:sp>
                <p:nvSpPr>
                  <p:cNvPr id="99" name="Text 10">
                    <a:extLst>
                      <a:ext uri="{FF2B5EF4-FFF2-40B4-BE49-F238E27FC236}">
                        <a16:creationId xmlns:a16="http://schemas.microsoft.com/office/drawing/2014/main" id="{BC7C7B05-50B1-1B71-B024-A5C6BE6CD559}"/>
                      </a:ext>
                    </a:extLst>
                  </p:cNvPr>
                  <p:cNvSpPr/>
                  <p:nvPr/>
                </p:nvSpPr>
                <p:spPr>
                  <a:xfrm>
                    <a:off x="1796415" y="1998397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Power BI</a:t>
                    </a:r>
                  </a:p>
                </p:txBody>
              </p:sp>
              <p:sp>
                <p:nvSpPr>
                  <p:cNvPr id="100" name="Text 10">
                    <a:extLst>
                      <a:ext uri="{FF2B5EF4-FFF2-40B4-BE49-F238E27FC236}">
                        <a16:creationId xmlns:a16="http://schemas.microsoft.com/office/drawing/2014/main" id="{E62F7B75-8DC4-2EA4-D3BC-C44F3216B09C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05068"/>
                    <a:ext cx="1861184" cy="56277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MCP Reporting</a:t>
                    </a:r>
                  </a:p>
                </p:txBody>
              </p:sp>
            </p:grp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0E1BC19-5C03-1ED0-0393-D9E434176FBC}"/>
                </a:ext>
              </a:extLst>
            </p:cNvPr>
            <p:cNvGrpSpPr/>
            <p:nvPr/>
          </p:nvGrpSpPr>
          <p:grpSpPr>
            <a:xfrm>
              <a:off x="516255" y="3421380"/>
              <a:ext cx="3520440" cy="1369695"/>
              <a:chOff x="516255" y="1783080"/>
              <a:chExt cx="3520440" cy="1369695"/>
            </a:xfrm>
          </p:grpSpPr>
          <p:sp>
            <p:nvSpPr>
              <p:cNvPr id="104" name="Shape 2">
                <a:extLst>
                  <a:ext uri="{FF2B5EF4-FFF2-40B4-BE49-F238E27FC236}">
                    <a16:creationId xmlns:a16="http://schemas.microsoft.com/office/drawing/2014/main" id="{730828F4-921F-7CF0-7C62-634FED786156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B57BD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94EDBF94-2744-7481-7F31-8BD7EB4845AA}"/>
                  </a:ext>
                </a:extLst>
              </p:cNvPr>
              <p:cNvGrpSpPr/>
              <p:nvPr/>
            </p:nvGrpSpPr>
            <p:grpSpPr>
              <a:xfrm>
                <a:off x="820103" y="2033205"/>
                <a:ext cx="2912745" cy="869444"/>
                <a:chOff x="744855" y="2004656"/>
                <a:chExt cx="2912745" cy="869444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58561E08-748C-7A7E-3503-3462CD722DD5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10" name="Shape 3">
                    <a:extLst>
                      <a:ext uri="{FF2B5EF4-FFF2-40B4-BE49-F238E27FC236}">
                        <a16:creationId xmlns:a16="http://schemas.microsoft.com/office/drawing/2014/main" id="{EB2BF55A-943E-0951-7296-AE2C49B8DBB6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B57BD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Text 4">
                    <a:extLst>
                      <a:ext uri="{FF2B5EF4-FFF2-40B4-BE49-F238E27FC236}">
                        <a16:creationId xmlns:a16="http://schemas.microsoft.com/office/drawing/2014/main" id="{50248A20-EE2E-85FA-BB3D-BB5534B90FF7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4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35910337-83AB-578B-9B11-FDBE8AA480D6}"/>
                    </a:ext>
                  </a:extLst>
                </p:cNvPr>
                <p:cNvGrpSpPr/>
                <p:nvPr/>
              </p:nvGrpSpPr>
              <p:grpSpPr>
                <a:xfrm>
                  <a:off x="1796415" y="2004656"/>
                  <a:ext cx="1861185" cy="869444"/>
                  <a:chOff x="1796415" y="1998397"/>
                  <a:chExt cx="1861185" cy="869444"/>
                </a:xfrm>
              </p:grpSpPr>
              <p:sp>
                <p:nvSpPr>
                  <p:cNvPr id="108" name="Text 10">
                    <a:extLst>
                      <a:ext uri="{FF2B5EF4-FFF2-40B4-BE49-F238E27FC236}">
                        <a16:creationId xmlns:a16="http://schemas.microsoft.com/office/drawing/2014/main" id="{244092EC-8FD7-0C79-8113-2C609FCE8283}"/>
                      </a:ext>
                    </a:extLst>
                  </p:cNvPr>
                  <p:cNvSpPr/>
                  <p:nvPr/>
                </p:nvSpPr>
                <p:spPr>
                  <a:xfrm>
                    <a:off x="1796415" y="1998397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Data Ops</a:t>
                    </a:r>
                  </a:p>
                </p:txBody>
              </p:sp>
              <p:sp>
                <p:nvSpPr>
                  <p:cNvPr id="109" name="Text 10">
                    <a:extLst>
                      <a:ext uri="{FF2B5EF4-FFF2-40B4-BE49-F238E27FC236}">
                        <a16:creationId xmlns:a16="http://schemas.microsoft.com/office/drawing/2014/main" id="{23E4C2E3-A71F-8481-3181-6E9B58725ACB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05068"/>
                    <a:ext cx="1861184" cy="56277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Quality Framework</a:t>
                    </a:r>
                  </a:p>
                </p:txBody>
              </p:sp>
            </p:grpSp>
          </p:grp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77C7C67-B6C3-0116-87E3-52AB5ADDC770}"/>
                </a:ext>
              </a:extLst>
            </p:cNvPr>
            <p:cNvGrpSpPr/>
            <p:nvPr/>
          </p:nvGrpSpPr>
          <p:grpSpPr>
            <a:xfrm>
              <a:off x="4192905" y="3421380"/>
              <a:ext cx="3520440" cy="1369695"/>
              <a:chOff x="516255" y="1783080"/>
              <a:chExt cx="3520440" cy="1369695"/>
            </a:xfrm>
          </p:grpSpPr>
          <p:sp>
            <p:nvSpPr>
              <p:cNvPr id="113" name="Shape 2">
                <a:extLst>
                  <a:ext uri="{FF2B5EF4-FFF2-40B4-BE49-F238E27FC236}">
                    <a16:creationId xmlns:a16="http://schemas.microsoft.com/office/drawing/2014/main" id="{96BC251A-797D-1757-DD11-5CA7081D8C77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75D4B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423B89C8-92FA-2977-8E72-616053F70ACA}"/>
                  </a:ext>
                </a:extLst>
              </p:cNvPr>
              <p:cNvGrpSpPr/>
              <p:nvPr/>
            </p:nvGrpSpPr>
            <p:grpSpPr>
              <a:xfrm>
                <a:off x="820103" y="2056447"/>
                <a:ext cx="2912745" cy="822960"/>
                <a:chOff x="744855" y="2027898"/>
                <a:chExt cx="2912745" cy="822960"/>
              </a:xfrm>
            </p:grpSpPr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C10B41DF-92F2-7143-1A2B-7ABF18764BBC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19" name="Shape 3">
                    <a:extLst>
                      <a:ext uri="{FF2B5EF4-FFF2-40B4-BE49-F238E27FC236}">
                        <a16:creationId xmlns:a16="http://schemas.microsoft.com/office/drawing/2014/main" id="{5133DD1D-B0F1-4350-CCBA-A997BA254C73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75D4B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Text 4">
                    <a:extLst>
                      <a:ext uri="{FF2B5EF4-FFF2-40B4-BE49-F238E27FC236}">
                        <a16:creationId xmlns:a16="http://schemas.microsoft.com/office/drawing/2014/main" id="{6612D806-8819-D4B8-F2C7-E6EA6E47D092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5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F398FCA6-AF3F-0FF7-8216-DE985292ED50}"/>
                    </a:ext>
                  </a:extLst>
                </p:cNvPr>
                <p:cNvGrpSpPr/>
                <p:nvPr/>
              </p:nvGrpSpPr>
              <p:grpSpPr>
                <a:xfrm>
                  <a:off x="1796415" y="2139841"/>
                  <a:ext cx="1861185" cy="609441"/>
                  <a:chOff x="1796415" y="2133582"/>
                  <a:chExt cx="1861185" cy="609441"/>
                </a:xfrm>
              </p:grpSpPr>
              <p:sp>
                <p:nvSpPr>
                  <p:cNvPr id="117" name="Text 10">
                    <a:extLst>
                      <a:ext uri="{FF2B5EF4-FFF2-40B4-BE49-F238E27FC236}">
                        <a16:creationId xmlns:a16="http://schemas.microsoft.com/office/drawing/2014/main" id="{B59F80CB-2818-2C4A-C3A3-CD8E70AF5845}"/>
                      </a:ext>
                    </a:extLst>
                  </p:cNvPr>
                  <p:cNvSpPr/>
                  <p:nvPr/>
                </p:nvSpPr>
                <p:spPr>
                  <a:xfrm>
                    <a:off x="1796415" y="2133582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Feature-Driven</a:t>
                    </a:r>
                  </a:p>
                </p:txBody>
              </p:sp>
              <p:sp>
                <p:nvSpPr>
                  <p:cNvPr id="118" name="Text 10">
                    <a:extLst>
                      <a:ext uri="{FF2B5EF4-FFF2-40B4-BE49-F238E27FC236}">
                        <a16:creationId xmlns:a16="http://schemas.microsoft.com/office/drawing/2014/main" id="{FDEEE8CE-02D2-63A6-51CE-61F8BB9DE9CD}"/>
                      </a:ext>
                    </a:extLst>
                  </p:cNvPr>
                  <p:cNvSpPr/>
                  <p:nvPr/>
                </p:nvSpPr>
                <p:spPr>
                  <a:xfrm>
                    <a:off x="1796416" y="2393585"/>
                    <a:ext cx="1861184" cy="34943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SDLC</a:t>
                    </a:r>
                  </a:p>
                </p:txBody>
              </p:sp>
            </p:grpSp>
          </p:grp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32D1D128-5345-E79D-00FC-28FA26FAE4DF}"/>
                </a:ext>
              </a:extLst>
            </p:cNvPr>
            <p:cNvGrpSpPr/>
            <p:nvPr/>
          </p:nvGrpSpPr>
          <p:grpSpPr>
            <a:xfrm>
              <a:off x="7851457" y="3421380"/>
              <a:ext cx="3520440" cy="1369695"/>
              <a:chOff x="516255" y="1783080"/>
              <a:chExt cx="3520440" cy="1369695"/>
            </a:xfrm>
          </p:grpSpPr>
          <p:sp>
            <p:nvSpPr>
              <p:cNvPr id="122" name="Shape 2">
                <a:extLst>
                  <a:ext uri="{FF2B5EF4-FFF2-40B4-BE49-F238E27FC236}">
                    <a16:creationId xmlns:a16="http://schemas.microsoft.com/office/drawing/2014/main" id="{0CCAF901-9D9B-90DA-AD66-350F33B9CF10}"/>
                  </a:ext>
                </a:extLst>
              </p:cNvPr>
              <p:cNvSpPr/>
              <p:nvPr/>
            </p:nvSpPr>
            <p:spPr>
              <a:xfrm>
                <a:off x="516255" y="1783080"/>
                <a:ext cx="3520440" cy="1369695"/>
              </a:xfrm>
              <a:prstGeom prst="roundRect">
                <a:avLst>
                  <a:gd name="adj" fmla="val 12217"/>
                </a:avLst>
              </a:prstGeom>
              <a:solidFill>
                <a:schemeClr val="bg1"/>
              </a:solidFill>
              <a:ln w="19050">
                <a:solidFill>
                  <a:srgbClr val="06A273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D4D2CD53-C593-F244-66EE-AF4CE44CDB35}"/>
                  </a:ext>
                </a:extLst>
              </p:cNvPr>
              <p:cNvGrpSpPr/>
              <p:nvPr/>
            </p:nvGrpSpPr>
            <p:grpSpPr>
              <a:xfrm>
                <a:off x="820103" y="2056447"/>
                <a:ext cx="3038185" cy="822960"/>
                <a:chOff x="744855" y="2027898"/>
                <a:chExt cx="3038185" cy="822960"/>
              </a:xfrm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A7FFCC55-EFAC-E18B-25E3-E66D604CAA27}"/>
                    </a:ext>
                  </a:extLst>
                </p:cNvPr>
                <p:cNvGrpSpPr/>
                <p:nvPr/>
              </p:nvGrpSpPr>
              <p:grpSpPr>
                <a:xfrm>
                  <a:off x="744855" y="2027898"/>
                  <a:ext cx="822960" cy="822960"/>
                  <a:chOff x="744855" y="2057400"/>
                  <a:chExt cx="822960" cy="822960"/>
                </a:xfrm>
              </p:grpSpPr>
              <p:sp>
                <p:nvSpPr>
                  <p:cNvPr id="128" name="Shape 3">
                    <a:extLst>
                      <a:ext uri="{FF2B5EF4-FFF2-40B4-BE49-F238E27FC236}">
                        <a16:creationId xmlns:a16="http://schemas.microsoft.com/office/drawing/2014/main" id="{A7A67A4E-58D1-A905-1B09-00274EF70EBC}"/>
                      </a:ext>
                    </a:extLst>
                  </p:cNvPr>
                  <p:cNvSpPr/>
                  <p:nvPr/>
                </p:nvSpPr>
                <p:spPr>
                  <a:xfrm>
                    <a:off x="744855" y="2057400"/>
                    <a:ext cx="822960" cy="822960"/>
                  </a:xfrm>
                  <a:prstGeom prst="ellipse">
                    <a:avLst/>
                  </a:prstGeom>
                  <a:solidFill>
                    <a:srgbClr val="06A273"/>
                  </a:solidFill>
                  <a:ln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Text 4">
                    <a:extLst>
                      <a:ext uri="{FF2B5EF4-FFF2-40B4-BE49-F238E27FC236}">
                        <a16:creationId xmlns:a16="http://schemas.microsoft.com/office/drawing/2014/main" id="{F3E08C31-64F2-CC47-D113-22C9B329E60F}"/>
                      </a:ext>
                    </a:extLst>
                  </p:cNvPr>
                  <p:cNvSpPr/>
                  <p:nvPr/>
                </p:nvSpPr>
                <p:spPr>
                  <a:xfrm>
                    <a:off x="900838" y="2213383"/>
                    <a:ext cx="510994" cy="51099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3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6</a:t>
                    </a:r>
                    <a:endParaRPr kumimoji="0" lang="en-US" sz="3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C38316A2-76E4-C80A-0AF0-80FD9BEDC73D}"/>
                    </a:ext>
                  </a:extLst>
                </p:cNvPr>
                <p:cNvGrpSpPr/>
                <p:nvPr/>
              </p:nvGrpSpPr>
              <p:grpSpPr>
                <a:xfrm>
                  <a:off x="1796415" y="2135461"/>
                  <a:ext cx="1986625" cy="611038"/>
                  <a:chOff x="1796415" y="2129202"/>
                  <a:chExt cx="1986625" cy="611038"/>
                </a:xfrm>
              </p:grpSpPr>
              <p:sp>
                <p:nvSpPr>
                  <p:cNvPr id="126" name="Text 10">
                    <a:extLst>
                      <a:ext uri="{FF2B5EF4-FFF2-40B4-BE49-F238E27FC236}">
                        <a16:creationId xmlns:a16="http://schemas.microsoft.com/office/drawing/2014/main" id="{68C20EE3-8378-6569-2DA8-6AEF7F48A88D}"/>
                      </a:ext>
                    </a:extLst>
                  </p:cNvPr>
                  <p:cNvSpPr/>
                  <p:nvPr/>
                </p:nvSpPr>
                <p:spPr>
                  <a:xfrm>
                    <a:off x="1796415" y="2129202"/>
                    <a:ext cx="1861185" cy="2616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GitHub</a:t>
                    </a:r>
                  </a:p>
                </p:txBody>
              </p:sp>
              <p:sp>
                <p:nvSpPr>
                  <p:cNvPr id="127" name="Text 10">
                    <a:extLst>
                      <a:ext uri="{FF2B5EF4-FFF2-40B4-BE49-F238E27FC236}">
                        <a16:creationId xmlns:a16="http://schemas.microsoft.com/office/drawing/2014/main" id="{2D71E9D3-0904-C61A-B788-F8B48349264D}"/>
                      </a:ext>
                    </a:extLst>
                  </p:cNvPr>
                  <p:cNvSpPr/>
                  <p:nvPr/>
                </p:nvSpPr>
                <p:spPr>
                  <a:xfrm>
                    <a:off x="1796415" y="2387607"/>
                    <a:ext cx="1986625" cy="35263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20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Actions CI/CD</a:t>
                    </a:r>
                  </a:p>
                </p:txBody>
              </p:sp>
            </p:grpSp>
          </p:grpSp>
        </p:grp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D0D3AC9-8E4D-366F-4B5D-F9811494DED7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CA1CD15-FF94-FBB6-A873-34423BABBCCE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7911AD3-C1A8-3C18-2443-93A385100949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389AB87-D743-1FF2-E887-D8DF59CC54CD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AD4C3F0-8003-C02E-62B3-20047AAAAB5F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3451737-88FA-E4A6-BE37-8052D1C8E9BF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CFBE24D-542B-F01F-0220-8F56D591E106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056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736A-E816-A409-1813-BD820AE9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0EC59A5-ED36-B666-37E9-696AC49CE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9" b="3059"/>
          <a:stretch/>
        </p:blipFill>
        <p:spPr>
          <a:xfrm>
            <a:off x="3523471" y="0"/>
            <a:ext cx="866852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522048B-8D0F-0225-2FBB-DD2FBA894A48}"/>
              </a:ext>
            </a:extLst>
          </p:cNvPr>
          <p:cNvSpPr/>
          <p:nvPr/>
        </p:nvSpPr>
        <p:spPr>
          <a:xfrm>
            <a:off x="-1" y="0"/>
            <a:ext cx="6921796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73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400973AC-36B7-98C9-0B29-A17F81FED131}"/>
              </a:ext>
            </a:extLst>
          </p:cNvPr>
          <p:cNvSpPr/>
          <p:nvPr/>
        </p:nvSpPr>
        <p:spPr>
          <a:xfrm>
            <a:off x="1243590" y="2560756"/>
            <a:ext cx="5800006" cy="173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Master Orchestrator : </a:t>
            </a:r>
            <a:endParaRPr lang="en-US" sz="3600" b="1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400" b="1">
                <a:solidFill>
                  <a:schemeClr val="bg1"/>
                </a:solidFill>
              </a:rPr>
              <a:t>Many teams. One strategy. One mission.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3D163C-70DA-4246-DE98-731E8A6D3C98}"/>
              </a:ext>
            </a:extLst>
          </p:cNvPr>
          <p:cNvSpPr/>
          <p:nvPr/>
        </p:nvSpPr>
        <p:spPr>
          <a:xfrm>
            <a:off x="0" y="0"/>
            <a:ext cx="140595" cy="6858000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8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C62A1-D4E0-D00F-D6CA-C962ADE6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B2B97F2-0AD1-D16D-5A16-5932E72C272D}"/>
              </a:ext>
            </a:extLst>
          </p:cNvPr>
          <p:cNvSpPr txBox="1"/>
          <p:nvPr/>
        </p:nvSpPr>
        <p:spPr>
          <a:xfrm flipH="1">
            <a:off x="421586" y="382848"/>
            <a:ext cx="695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Orchestrator 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0B03D-9401-6F71-E320-B2602B2E879C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0F839D-51E2-4F0F-AC65-EAABB8D81D35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BA19F8-BF0F-138B-49A0-B90DCFC8E33B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D42363-4F5D-DB36-19EB-3271439A90C4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C26E7D-4F8C-5BE0-E330-C2136B2C6779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AC4283-454D-28B1-7595-90B8136F659F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1E4DB4-0DE8-57F9-3634-8192B51BD963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D7F190F-D8D2-503F-BAA5-0287A75606C6}"/>
              </a:ext>
            </a:extLst>
          </p:cNvPr>
          <p:cNvGrpSpPr/>
          <p:nvPr/>
        </p:nvGrpSpPr>
        <p:grpSpPr>
          <a:xfrm>
            <a:off x="1722985" y="1471328"/>
            <a:ext cx="8108077" cy="4677533"/>
            <a:chOff x="1722985" y="1471328"/>
            <a:chExt cx="8108077" cy="467753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7A86664-EE7D-F991-724B-C26777CFFD36}"/>
                </a:ext>
              </a:extLst>
            </p:cNvPr>
            <p:cNvGrpSpPr/>
            <p:nvPr/>
          </p:nvGrpSpPr>
          <p:grpSpPr>
            <a:xfrm>
              <a:off x="5655602" y="1971322"/>
              <a:ext cx="1935480" cy="563881"/>
              <a:chOff x="5867400" y="3147059"/>
              <a:chExt cx="1935480" cy="563881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209BA84-C975-E841-CC6B-690BCECD5969}"/>
                  </a:ext>
                </a:extLst>
              </p:cNvPr>
              <p:cNvSpPr/>
              <p:nvPr/>
            </p:nvSpPr>
            <p:spPr>
              <a:xfrm>
                <a:off x="5867400" y="3147059"/>
                <a:ext cx="1935480" cy="563881"/>
              </a:xfrm>
              <a:prstGeom prst="roundRect">
                <a:avLst>
                  <a:gd name="adj" fmla="val 18767"/>
                </a:avLst>
              </a:prstGeom>
              <a:solidFill>
                <a:srgbClr val="075D4B"/>
              </a:solidFill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236391-8162-7802-36F1-71344FDB00CF}"/>
                  </a:ext>
                </a:extLst>
              </p:cNvPr>
              <p:cNvSpPr txBox="1"/>
              <p:nvPr/>
            </p:nvSpPr>
            <p:spPr>
              <a:xfrm>
                <a:off x="6109445" y="3297938"/>
                <a:ext cx="1462514" cy="276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9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AI Master Orchestrator</a:t>
                </a:r>
                <a:br>
                  <a:rPr lang="en-US" sz="9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9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(Claude)</a:t>
                </a:r>
                <a:endParaRPr lang="en-IN" sz="9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A601FB4-4FE5-342A-3790-4736186F6697}"/>
                </a:ext>
              </a:extLst>
            </p:cNvPr>
            <p:cNvGrpSpPr/>
            <p:nvPr/>
          </p:nvGrpSpPr>
          <p:grpSpPr>
            <a:xfrm>
              <a:off x="3415621" y="2862410"/>
              <a:ext cx="1005541" cy="517797"/>
              <a:chOff x="3627419" y="3060700"/>
              <a:chExt cx="1005541" cy="517797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A5AB8406-5091-D0AE-BA42-7F939AC4349C}"/>
                  </a:ext>
                </a:extLst>
              </p:cNvPr>
              <p:cNvSpPr/>
              <p:nvPr/>
            </p:nvSpPr>
            <p:spPr>
              <a:xfrm>
                <a:off x="3627419" y="3060700"/>
                <a:ext cx="1005541" cy="517797"/>
              </a:xfrm>
              <a:prstGeom prst="roundRect">
                <a:avLst>
                  <a:gd name="adj" fmla="val 18767"/>
                </a:avLst>
              </a:prstGeom>
              <a:solidFill>
                <a:srgbClr val="075D4B"/>
              </a:solidFill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12F83F-8158-58EA-FD66-AC73E1E354B6}"/>
                  </a:ext>
                </a:extLst>
              </p:cNvPr>
              <p:cNvSpPr txBox="1"/>
              <p:nvPr/>
            </p:nvSpPr>
            <p:spPr>
              <a:xfrm>
                <a:off x="3676136" y="3196487"/>
                <a:ext cx="908105" cy="246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Specs Engine Config Parsing</a:t>
                </a:r>
                <a:endParaRPr lang="en-IN" sz="8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67E1DDA-1B5E-74FB-CCD3-58D346B01C81}"/>
                </a:ext>
              </a:extLst>
            </p:cNvPr>
            <p:cNvGrpSpPr/>
            <p:nvPr/>
          </p:nvGrpSpPr>
          <p:grpSpPr>
            <a:xfrm>
              <a:off x="6120571" y="2862410"/>
              <a:ext cx="1005541" cy="517797"/>
              <a:chOff x="3627419" y="3060700"/>
              <a:chExt cx="1005541" cy="517797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0F0B572-E1B6-9562-1A34-A4AE60E31862}"/>
                  </a:ext>
                </a:extLst>
              </p:cNvPr>
              <p:cNvSpPr/>
              <p:nvPr/>
            </p:nvSpPr>
            <p:spPr>
              <a:xfrm>
                <a:off x="3627419" y="3060700"/>
                <a:ext cx="1005541" cy="517797"/>
              </a:xfrm>
              <a:prstGeom prst="roundRect">
                <a:avLst>
                  <a:gd name="adj" fmla="val 18767"/>
                </a:avLst>
              </a:prstGeom>
              <a:solidFill>
                <a:srgbClr val="075D4B"/>
              </a:solidFill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E4980D-2124-D536-F344-3851321BA491}"/>
                  </a:ext>
                </a:extLst>
              </p:cNvPr>
              <p:cNvSpPr txBox="1"/>
              <p:nvPr/>
            </p:nvSpPr>
            <p:spPr>
              <a:xfrm>
                <a:off x="3676136" y="3196487"/>
                <a:ext cx="908105" cy="246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Fabric MCP Infrastructure</a:t>
                </a:r>
                <a:endParaRPr lang="en-IN" sz="8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D90FEC8-9A5E-7035-D304-2EEEC579208B}"/>
                </a:ext>
              </a:extLst>
            </p:cNvPr>
            <p:cNvGrpSpPr/>
            <p:nvPr/>
          </p:nvGrpSpPr>
          <p:grpSpPr>
            <a:xfrm>
              <a:off x="8825521" y="2862410"/>
              <a:ext cx="1005541" cy="517797"/>
              <a:chOff x="3627419" y="3060700"/>
              <a:chExt cx="1005541" cy="517797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35D65DCF-AEBC-AF42-4E4B-15A7595774A2}"/>
                  </a:ext>
                </a:extLst>
              </p:cNvPr>
              <p:cNvSpPr/>
              <p:nvPr/>
            </p:nvSpPr>
            <p:spPr>
              <a:xfrm>
                <a:off x="3627419" y="3060700"/>
                <a:ext cx="1005541" cy="517797"/>
              </a:xfrm>
              <a:prstGeom prst="roundRect">
                <a:avLst>
                  <a:gd name="adj" fmla="val 18767"/>
                </a:avLst>
              </a:prstGeom>
              <a:solidFill>
                <a:srgbClr val="075D4B"/>
              </a:solidFill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103686-4244-3664-9704-D3F378A6C04C}"/>
                  </a:ext>
                </a:extLst>
              </p:cNvPr>
              <p:cNvSpPr txBox="1"/>
              <p:nvPr/>
            </p:nvSpPr>
            <p:spPr>
              <a:xfrm>
                <a:off x="3676136" y="3196487"/>
                <a:ext cx="908105" cy="246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Power BI MCP Analytics</a:t>
                </a:r>
                <a:endParaRPr lang="en-IN" sz="8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765C877-0F47-D010-8087-56139BD0C3C8}"/>
                </a:ext>
              </a:extLst>
            </p:cNvPr>
            <p:cNvGrpSpPr/>
            <p:nvPr/>
          </p:nvGrpSpPr>
          <p:grpSpPr>
            <a:xfrm>
              <a:off x="5743579" y="3676159"/>
              <a:ext cx="1759527" cy="719141"/>
              <a:chOff x="5955377" y="3147059"/>
              <a:chExt cx="1759527" cy="719141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58E16621-0C00-39BD-FEF2-F8B32FBB31BE}"/>
                  </a:ext>
                </a:extLst>
              </p:cNvPr>
              <p:cNvSpPr/>
              <p:nvPr/>
            </p:nvSpPr>
            <p:spPr>
              <a:xfrm>
                <a:off x="5955377" y="3147059"/>
                <a:ext cx="1759527" cy="719141"/>
              </a:xfrm>
              <a:prstGeom prst="roundRect">
                <a:avLst>
                  <a:gd name="adj" fmla="val 12409"/>
                </a:avLst>
              </a:prstGeom>
              <a:solidFill>
                <a:srgbClr val="91D608"/>
              </a:solidFill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637D57-115F-3AFB-E3AC-7AB30BBBDF98}"/>
                  </a:ext>
                </a:extLst>
              </p:cNvPr>
              <p:cNvSpPr txBox="1"/>
              <p:nvPr/>
            </p:nvSpPr>
            <p:spPr>
              <a:xfrm>
                <a:off x="6109445" y="3198852"/>
                <a:ext cx="1462514" cy="6155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Data Ingestion</a:t>
                </a:r>
                <a:b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Transform (DBT)</a:t>
                </a:r>
                <a:b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Quality Validation</a:t>
                </a:r>
                <a:b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Analytics</a:t>
                </a:r>
                <a:b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DevOps</a:t>
                </a:r>
                <a:endParaRPr lang="en-IN" sz="8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ABE8025-8442-B94F-5F12-373A48F516AD}"/>
                </a:ext>
              </a:extLst>
            </p:cNvPr>
            <p:cNvGrpSpPr/>
            <p:nvPr/>
          </p:nvGrpSpPr>
          <p:grpSpPr>
            <a:xfrm>
              <a:off x="5548922" y="4571038"/>
              <a:ext cx="2148840" cy="540302"/>
              <a:chOff x="5760720" y="3236478"/>
              <a:chExt cx="2148840" cy="540302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EE429CDB-06F2-F299-255C-9F17D1572CA8}"/>
                  </a:ext>
                </a:extLst>
              </p:cNvPr>
              <p:cNvSpPr/>
              <p:nvPr/>
            </p:nvSpPr>
            <p:spPr>
              <a:xfrm>
                <a:off x="5760720" y="3236478"/>
                <a:ext cx="2148840" cy="540302"/>
              </a:xfrm>
              <a:prstGeom prst="roundRect">
                <a:avLst>
                  <a:gd name="adj" fmla="val 11074"/>
                </a:avLst>
              </a:prstGeom>
              <a:solidFill>
                <a:srgbClr val="0B57BD"/>
              </a:solidFill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8A6EF4D-C02A-3A00-A22A-EB04EA64240C}"/>
                  </a:ext>
                </a:extLst>
              </p:cNvPr>
              <p:cNvSpPr txBox="1"/>
              <p:nvPr/>
            </p:nvSpPr>
            <p:spPr>
              <a:xfrm>
                <a:off x="5878524" y="3391212"/>
                <a:ext cx="1924356" cy="2308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7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GitHub Actions</a:t>
                </a:r>
                <a:br>
                  <a:rPr lang="en-US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Test</a:t>
                </a:r>
                <a:r>
                  <a:rPr lang="fr-FR" sz="8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→</a:t>
                </a:r>
                <a:r>
                  <a:rPr lang="en-US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Deploy Dev</a:t>
                </a:r>
                <a:r>
                  <a:rPr lang="fr-FR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→</a:t>
                </a:r>
                <a:r>
                  <a:rPr lang="en-US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Deploy QA</a:t>
                </a:r>
                <a:r>
                  <a:rPr lang="fr-FR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→</a:t>
                </a:r>
                <a:r>
                  <a:rPr lang="en-US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Approval</a:t>
                </a:r>
                <a:r>
                  <a:rPr lang="fr-FR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→</a:t>
                </a:r>
                <a:r>
                  <a:rPr lang="en-US" sz="70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</a:t>
                </a:r>
                <a:endParaRPr lang="en-IN" sz="7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D9EE576-A6C3-19C6-40B9-A010F9684CBF}"/>
                </a:ext>
              </a:extLst>
            </p:cNvPr>
            <p:cNvSpPr txBox="1"/>
            <p:nvPr/>
          </p:nvSpPr>
          <p:spPr>
            <a:xfrm>
              <a:off x="5751177" y="1471328"/>
              <a:ext cx="1751930" cy="2154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7189">
                <a:defRPr/>
              </a:pPr>
              <a:r>
                <a:rPr lang="en-US" sz="1400" b="1">
                  <a:solidFill>
                    <a:srgbClr val="075D4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Business Goal</a:t>
              </a:r>
              <a:endParaRPr lang="en-IN" sz="1400" b="1">
                <a:solidFill>
                  <a:srgbClr val="075D4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D10D11B-2394-57A3-0A10-F0722FD5CA30}"/>
                </a:ext>
              </a:extLst>
            </p:cNvPr>
            <p:cNvGrpSpPr/>
            <p:nvPr/>
          </p:nvGrpSpPr>
          <p:grpSpPr>
            <a:xfrm>
              <a:off x="5548920" y="5475240"/>
              <a:ext cx="2148840" cy="491184"/>
              <a:chOff x="5760720" y="3209463"/>
              <a:chExt cx="2148840" cy="594332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F8E171D-44A5-1400-2709-8B49D83212F7}"/>
                  </a:ext>
                </a:extLst>
              </p:cNvPr>
              <p:cNvSpPr/>
              <p:nvPr/>
            </p:nvSpPr>
            <p:spPr>
              <a:xfrm>
                <a:off x="5760720" y="3209463"/>
                <a:ext cx="2148840" cy="594332"/>
              </a:xfrm>
              <a:prstGeom prst="roundRect">
                <a:avLst>
                  <a:gd name="adj" fmla="val 11074"/>
                </a:avLst>
              </a:prstGeom>
              <a:solidFill>
                <a:srgbClr val="0B57BD"/>
              </a:solidFill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A47BF9-5365-6B33-D93A-7E594A5A2331}"/>
                  </a:ext>
                </a:extLst>
              </p:cNvPr>
              <p:cNvSpPr txBox="1"/>
              <p:nvPr/>
            </p:nvSpPr>
            <p:spPr>
              <a:xfrm>
                <a:off x="5878524" y="3422835"/>
                <a:ext cx="1924356" cy="1675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9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Enterprise AI Solution</a:t>
                </a:r>
                <a:endParaRPr lang="en-IN" sz="9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9B395EC-30F0-4B36-5EB9-5730E745F3D8}"/>
                </a:ext>
              </a:extLst>
            </p:cNvPr>
            <p:cNvGrpSpPr/>
            <p:nvPr/>
          </p:nvGrpSpPr>
          <p:grpSpPr>
            <a:xfrm>
              <a:off x="8914056" y="3676159"/>
              <a:ext cx="828471" cy="304986"/>
              <a:chOff x="5760720" y="3209463"/>
              <a:chExt cx="2148840" cy="594332"/>
            </a:xfrm>
            <a:solidFill>
              <a:srgbClr val="06A273"/>
            </a:solidFill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1194DF49-0022-2990-D0C1-7548A1A4D008}"/>
                  </a:ext>
                </a:extLst>
              </p:cNvPr>
              <p:cNvSpPr/>
              <p:nvPr/>
            </p:nvSpPr>
            <p:spPr>
              <a:xfrm>
                <a:off x="5760720" y="3209463"/>
                <a:ext cx="2148840" cy="594332"/>
              </a:xfrm>
              <a:prstGeom prst="roundRect">
                <a:avLst>
                  <a:gd name="adj" fmla="val 11074"/>
                </a:avLst>
              </a:prstGeom>
              <a:grpFill/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F293A79-A8C8-6D51-C703-6491A2F99DC5}"/>
                  </a:ext>
                </a:extLst>
              </p:cNvPr>
              <p:cNvSpPr txBox="1"/>
              <p:nvPr/>
            </p:nvSpPr>
            <p:spPr>
              <a:xfrm>
                <a:off x="5878525" y="3386676"/>
                <a:ext cx="1924357" cy="239909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8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Monitoring</a:t>
                </a:r>
                <a:endParaRPr lang="en-IN" sz="8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4FA6130-B2E8-A08E-15AA-AA5960E93240}"/>
                </a:ext>
              </a:extLst>
            </p:cNvPr>
            <p:cNvGrpSpPr/>
            <p:nvPr/>
          </p:nvGrpSpPr>
          <p:grpSpPr>
            <a:xfrm>
              <a:off x="8914056" y="4090314"/>
              <a:ext cx="828471" cy="304986"/>
              <a:chOff x="5760720" y="3209463"/>
              <a:chExt cx="2148840" cy="594332"/>
            </a:xfrm>
            <a:solidFill>
              <a:srgbClr val="06A273"/>
            </a:solidFill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5378E73C-5C97-AA5F-2269-3C61268C8178}"/>
                  </a:ext>
                </a:extLst>
              </p:cNvPr>
              <p:cNvSpPr/>
              <p:nvPr/>
            </p:nvSpPr>
            <p:spPr>
              <a:xfrm>
                <a:off x="5760720" y="3209463"/>
                <a:ext cx="2148840" cy="594332"/>
              </a:xfrm>
              <a:prstGeom prst="roundRect">
                <a:avLst>
                  <a:gd name="adj" fmla="val 11074"/>
                </a:avLst>
              </a:prstGeom>
              <a:grpFill/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936A5A6-FF0A-FEA0-F4FC-7A2337DEA6C0}"/>
                  </a:ext>
                </a:extLst>
              </p:cNvPr>
              <p:cNvSpPr txBox="1"/>
              <p:nvPr/>
            </p:nvSpPr>
            <p:spPr>
              <a:xfrm>
                <a:off x="5878525" y="3386676"/>
                <a:ext cx="1924357" cy="239909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8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Security</a:t>
                </a:r>
                <a:endParaRPr lang="en-IN" sz="8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9BC36E9-DE4E-8E12-E730-6FF89A06BF9F}"/>
                </a:ext>
              </a:extLst>
            </p:cNvPr>
            <p:cNvGrpSpPr/>
            <p:nvPr/>
          </p:nvGrpSpPr>
          <p:grpSpPr>
            <a:xfrm>
              <a:off x="8914056" y="4510529"/>
              <a:ext cx="828471" cy="304986"/>
              <a:chOff x="5760720" y="3209463"/>
              <a:chExt cx="2148840" cy="594332"/>
            </a:xfrm>
            <a:solidFill>
              <a:srgbClr val="06A273"/>
            </a:solidFill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55E8F375-9998-A7A1-0872-B80D83BAB2D0}"/>
                  </a:ext>
                </a:extLst>
              </p:cNvPr>
              <p:cNvSpPr/>
              <p:nvPr/>
            </p:nvSpPr>
            <p:spPr>
              <a:xfrm>
                <a:off x="5760720" y="3209463"/>
                <a:ext cx="2148840" cy="594332"/>
              </a:xfrm>
              <a:prstGeom prst="roundRect">
                <a:avLst>
                  <a:gd name="adj" fmla="val 11074"/>
                </a:avLst>
              </a:prstGeom>
              <a:grpFill/>
              <a:ln w="9525">
                <a:noFill/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84E9CB-8C03-27D8-3B09-96C122A7AE7B}"/>
                  </a:ext>
                </a:extLst>
              </p:cNvPr>
              <p:cNvSpPr txBox="1"/>
              <p:nvPr/>
            </p:nvSpPr>
            <p:spPr>
              <a:xfrm>
                <a:off x="5878525" y="3386676"/>
                <a:ext cx="1924357" cy="239909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189">
                  <a:defRPr/>
                </a:pPr>
                <a:r>
                  <a:rPr lang="en-US" sz="8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Compliance</a:t>
                </a:r>
                <a:endParaRPr lang="en-IN" sz="80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951D0C7-14FF-C080-D4AA-0B471AAAA0F1}"/>
                </a:ext>
              </a:extLst>
            </p:cNvPr>
            <p:cNvCxnSpPr>
              <a:cxnSpLocks/>
              <a:stCxn id="9" idx="3"/>
              <a:endCxn id="23" idx="1"/>
            </p:cNvCxnSpPr>
            <p:nvPr/>
          </p:nvCxnSpPr>
          <p:spPr>
            <a:xfrm>
              <a:off x="4421162" y="3121309"/>
              <a:ext cx="44043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927C588-00C5-4EC4-BC70-44EC6E1BE864}"/>
                </a:ext>
              </a:extLst>
            </p:cNvPr>
            <p:cNvCxnSpPr>
              <a:cxnSpLocks/>
            </p:cNvCxnSpPr>
            <p:nvPr/>
          </p:nvCxnSpPr>
          <p:spPr>
            <a:xfrm>
              <a:off x="4584329" y="2261352"/>
              <a:ext cx="0" cy="3459479"/>
            </a:xfrm>
            <a:prstGeom prst="line">
              <a:avLst/>
            </a:prstGeom>
            <a:ln w="12700">
              <a:solidFill>
                <a:srgbClr val="91D608"/>
              </a:solidFill>
              <a:prstDash val="sysDash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063935C-1EC1-3B44-F181-F56B92BC8A57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>
              <a:off x="4584329" y="5720831"/>
              <a:ext cx="964591" cy="1"/>
            </a:xfrm>
            <a:prstGeom prst="line">
              <a:avLst/>
            </a:prstGeom>
            <a:ln w="12700">
              <a:solidFill>
                <a:srgbClr val="91D608"/>
              </a:solidFill>
              <a:prstDash val="sysDash"/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84E8911-05B7-9479-3726-CE722736B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803" y="2253262"/>
              <a:ext cx="0" cy="605129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4A94AA1-9BEA-FB0E-8AC8-99726B7F9C74}"/>
                </a:ext>
              </a:extLst>
            </p:cNvPr>
            <p:cNvCxnSpPr>
              <a:cxnSpLocks/>
            </p:cNvCxnSpPr>
            <p:nvPr/>
          </p:nvCxnSpPr>
          <p:spPr>
            <a:xfrm>
              <a:off x="3918390" y="2253262"/>
              <a:ext cx="17372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63D47D9-2FF8-B267-F74E-9820C3039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8291" y="2253262"/>
              <a:ext cx="0" cy="605129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93DDB24-CA7B-2D0C-B973-9DDD47DC66EC}"/>
                </a:ext>
              </a:extLst>
            </p:cNvPr>
            <p:cNvCxnSpPr>
              <a:cxnSpLocks/>
            </p:cNvCxnSpPr>
            <p:nvPr/>
          </p:nvCxnSpPr>
          <p:spPr>
            <a:xfrm>
              <a:off x="7591080" y="2253262"/>
              <a:ext cx="1737212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6828D92-06FA-3F3A-D366-BADF2094AAE5}"/>
                </a:ext>
              </a:extLst>
            </p:cNvPr>
            <p:cNvSpPr txBox="1"/>
            <p:nvPr/>
          </p:nvSpPr>
          <p:spPr>
            <a:xfrm>
              <a:off x="3513057" y="3794508"/>
              <a:ext cx="998916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7189">
                <a:defRPr/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Feature-Based Agents</a:t>
              </a:r>
              <a:endParaRPr lang="en-IN" sz="8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883E2BA-326C-5574-74D7-74456072BDD5}"/>
                </a:ext>
              </a:extLst>
            </p:cNvPr>
            <p:cNvSpPr txBox="1"/>
            <p:nvPr/>
          </p:nvSpPr>
          <p:spPr>
            <a:xfrm>
              <a:off x="3513057" y="4619075"/>
              <a:ext cx="682273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7189">
                <a:defRPr/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CI/CD Pipeline</a:t>
              </a:r>
              <a:endParaRPr lang="en-IN" sz="8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694E92A-3138-453A-285D-22C0454AAB4D}"/>
                </a:ext>
              </a:extLst>
            </p:cNvPr>
            <p:cNvSpPr txBox="1"/>
            <p:nvPr/>
          </p:nvSpPr>
          <p:spPr>
            <a:xfrm>
              <a:off x="4243192" y="4457970"/>
              <a:ext cx="682273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7189">
                <a:defRPr/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Feedback Loop</a:t>
              </a:r>
              <a:endParaRPr lang="en-IN" sz="8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8122C0F-3522-A4EF-C432-74F6D7843E94}"/>
                </a:ext>
              </a:extLst>
            </p:cNvPr>
            <p:cNvSpPr txBox="1"/>
            <p:nvPr/>
          </p:nvSpPr>
          <p:spPr>
            <a:xfrm>
              <a:off x="3278600" y="2554272"/>
              <a:ext cx="682273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7189">
                <a:defRPr/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MCP Servers</a:t>
              </a:r>
              <a:endParaRPr lang="en-IN" sz="8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4BB9D88-F3A0-D9F0-8E88-A06A44576C98}"/>
                </a:ext>
              </a:extLst>
            </p:cNvPr>
            <p:cNvSpPr txBox="1"/>
            <p:nvPr/>
          </p:nvSpPr>
          <p:spPr>
            <a:xfrm>
              <a:off x="8443408" y="2664519"/>
              <a:ext cx="850632" cy="1231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7189">
                <a:defRPr/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Support Services</a:t>
              </a:r>
              <a:endParaRPr lang="en-IN" sz="8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112A9A08-50A9-3029-83A9-14E07CA0F42D}"/>
                </a:ext>
              </a:extLst>
            </p:cNvPr>
            <p:cNvGrpSpPr/>
            <p:nvPr/>
          </p:nvGrpSpPr>
          <p:grpSpPr>
            <a:xfrm>
              <a:off x="1722985" y="5306399"/>
              <a:ext cx="2364810" cy="842462"/>
              <a:chOff x="103360" y="5489449"/>
              <a:chExt cx="2364810" cy="842462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3A7ACC29-6D67-39F2-9FE7-8F251B791FDA}"/>
                  </a:ext>
                </a:extLst>
              </p:cNvPr>
              <p:cNvSpPr/>
              <p:nvPr/>
            </p:nvSpPr>
            <p:spPr>
              <a:xfrm>
                <a:off x="103360" y="5489449"/>
                <a:ext cx="2364810" cy="842462"/>
              </a:xfrm>
              <a:prstGeom prst="roundRect">
                <a:avLst>
                  <a:gd name="adj" fmla="val 7748"/>
                </a:avLst>
              </a:prstGeom>
              <a:solidFill>
                <a:schemeClr val="bg1"/>
              </a:solidFill>
              <a:ln w="9525">
                <a:solidFill>
                  <a:srgbClr val="075D4B"/>
                </a:solidFill>
                <a:prstDash val="solid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3428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7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935C0B6-2FEC-8FA0-406F-77CB615AE669}"/>
                  </a:ext>
                </a:extLst>
              </p:cNvPr>
              <p:cNvGrpSpPr/>
              <p:nvPr/>
            </p:nvGrpSpPr>
            <p:grpSpPr>
              <a:xfrm>
                <a:off x="245392" y="5600547"/>
                <a:ext cx="2080746" cy="620266"/>
                <a:chOff x="278612" y="5568771"/>
                <a:chExt cx="2080746" cy="620266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90E2BD6-4559-FE8F-C0F6-B5E84690F1A7}"/>
                    </a:ext>
                  </a:extLst>
                </p:cNvPr>
                <p:cNvSpPr txBox="1"/>
                <p:nvPr/>
              </p:nvSpPr>
              <p:spPr>
                <a:xfrm>
                  <a:off x="715943" y="5842325"/>
                  <a:ext cx="1559973" cy="123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457189">
                    <a:defRPr/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Synchronous (Direct flow)</a:t>
                  </a:r>
                  <a:endParaRPr lang="en-IN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EB5CB5D5-80AE-C90A-E265-B83ABD9113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612" y="5903880"/>
                  <a:ext cx="300311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  <a:head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D405EDE6-E849-85E9-1DE4-15FC45BE06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612" y="6127481"/>
                  <a:ext cx="300311" cy="0"/>
                </a:xfrm>
                <a:prstGeom prst="line">
                  <a:avLst/>
                </a:prstGeom>
                <a:ln w="12700">
                  <a:solidFill>
                    <a:srgbClr val="91D608"/>
                  </a:solidFill>
                  <a:prstDash val="sysDash"/>
                  <a:head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3ACC2D8-19A8-9699-4EFC-60646BA7DDFE}"/>
                    </a:ext>
                  </a:extLst>
                </p:cNvPr>
                <p:cNvSpPr txBox="1"/>
                <p:nvPr/>
              </p:nvSpPr>
              <p:spPr>
                <a:xfrm>
                  <a:off x="278612" y="5568771"/>
                  <a:ext cx="850632" cy="153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457189">
                    <a:defRPr/>
                  </a:pPr>
                  <a:r>
                    <a:rPr lang="en-US" sz="10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Legend</a:t>
                  </a:r>
                  <a:endParaRPr lang="en-IN" sz="1000" b="1">
                    <a:solidFill>
                      <a:srgbClr val="075D4B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65718D1-77B2-D392-D1A7-4D6B94FBB6E4}"/>
                    </a:ext>
                  </a:extLst>
                </p:cNvPr>
                <p:cNvSpPr txBox="1"/>
                <p:nvPr/>
              </p:nvSpPr>
              <p:spPr>
                <a:xfrm>
                  <a:off x="715944" y="6065926"/>
                  <a:ext cx="1643414" cy="123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457189">
                    <a:defRPr/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Asynchronous (Feedback/Parallel)</a:t>
                  </a:r>
                  <a:endParaRPr lang="en-IN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3336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E97D9D-5F06-1EFE-A3CB-71C8FFED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2C94AB4-C4D2-B629-C1D8-680491214554}"/>
              </a:ext>
            </a:extLst>
          </p:cNvPr>
          <p:cNvSpPr txBox="1"/>
          <p:nvPr/>
        </p:nvSpPr>
        <p:spPr>
          <a:xfrm flipH="1">
            <a:off x="421585" y="382848"/>
            <a:ext cx="7414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 Flow: 7-Step End-to-End Execution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745458-DE6E-CDCA-AADD-C03A899FD6B9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906C54-075E-9B35-2B6E-3A465E05DEA0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B7DD75-FDC9-4002-D78F-0B367AB4AA2B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8FAFB2-9475-CD41-9C14-755C0CAB89BD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242A83-10CF-9A89-0B9D-D9C991439939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86E6C5-98DD-3C19-7C19-BCF216C0E1D6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7AE6C2-F47E-B465-13C9-98973ED4EEA5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61E1A5-1BFC-06F1-7ADE-9671A35A0680}"/>
              </a:ext>
            </a:extLst>
          </p:cNvPr>
          <p:cNvGrpSpPr/>
          <p:nvPr/>
        </p:nvGrpSpPr>
        <p:grpSpPr>
          <a:xfrm>
            <a:off x="701571" y="1178932"/>
            <a:ext cx="10788858" cy="5402550"/>
            <a:chOff x="553837" y="1072602"/>
            <a:chExt cx="10788858" cy="5402550"/>
          </a:xfrm>
        </p:grpSpPr>
        <p:cxnSp>
          <p:nvCxnSpPr>
            <p:cNvPr id="89" name="Google Shape;23;p3">
              <a:extLst>
                <a:ext uri="{FF2B5EF4-FFF2-40B4-BE49-F238E27FC236}">
                  <a16:creationId xmlns:a16="http://schemas.microsoft.com/office/drawing/2014/main" id="{02BE4D6B-D43E-AD61-082B-911F89232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984" y="4714872"/>
              <a:ext cx="3374136" cy="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" name="Google Shape;17;p3">
              <a:extLst>
                <a:ext uri="{FF2B5EF4-FFF2-40B4-BE49-F238E27FC236}">
                  <a16:creationId xmlns:a16="http://schemas.microsoft.com/office/drawing/2014/main" id="{DFD9A906-F634-9F09-663A-7D2C7DFEA0F2}"/>
                </a:ext>
              </a:extLst>
            </p:cNvPr>
            <p:cNvCxnSpPr/>
            <p:nvPr/>
          </p:nvCxnSpPr>
          <p:spPr>
            <a:xfrm>
              <a:off x="1119850" y="1834572"/>
              <a:ext cx="0" cy="30477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" name="Google Shape;18;p3">
              <a:extLst>
                <a:ext uri="{FF2B5EF4-FFF2-40B4-BE49-F238E27FC236}">
                  <a16:creationId xmlns:a16="http://schemas.microsoft.com/office/drawing/2014/main" id="{5F25DFFE-6224-9545-3EFE-11D16EA83917}"/>
                </a:ext>
              </a:extLst>
            </p:cNvPr>
            <p:cNvCxnSpPr/>
            <p:nvPr/>
          </p:nvCxnSpPr>
          <p:spPr>
            <a:xfrm>
              <a:off x="1119850" y="2139342"/>
              <a:ext cx="696681" cy="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" name="Google Shape;19;p3">
              <a:extLst>
                <a:ext uri="{FF2B5EF4-FFF2-40B4-BE49-F238E27FC236}">
                  <a16:creationId xmlns:a16="http://schemas.microsoft.com/office/drawing/2014/main" id="{5ABD53D9-2C57-D25D-5432-9DEE73F3E67C}"/>
                </a:ext>
              </a:extLst>
            </p:cNvPr>
            <p:cNvCxnSpPr/>
            <p:nvPr/>
          </p:nvCxnSpPr>
          <p:spPr>
            <a:xfrm>
              <a:off x="1816532" y="2139342"/>
              <a:ext cx="0" cy="7617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" name="Google Shape;20;p3">
              <a:extLst>
                <a:ext uri="{FF2B5EF4-FFF2-40B4-BE49-F238E27FC236}">
                  <a16:creationId xmlns:a16="http://schemas.microsoft.com/office/drawing/2014/main" id="{1E164FE0-118A-6092-E30E-8E5BE8D17204}"/>
                </a:ext>
              </a:extLst>
            </p:cNvPr>
            <p:cNvCxnSpPr/>
            <p:nvPr/>
          </p:nvCxnSpPr>
          <p:spPr>
            <a:xfrm>
              <a:off x="2164827" y="2672802"/>
              <a:ext cx="1175644" cy="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" name="Google Shape;21;p3">
              <a:extLst>
                <a:ext uri="{FF2B5EF4-FFF2-40B4-BE49-F238E27FC236}">
                  <a16:creationId xmlns:a16="http://schemas.microsoft.com/office/drawing/2014/main" id="{C6D2F51F-CCDC-0E4E-07F9-24302A09560F}"/>
                </a:ext>
              </a:extLst>
            </p:cNvPr>
            <p:cNvCxnSpPr/>
            <p:nvPr/>
          </p:nvCxnSpPr>
          <p:spPr>
            <a:xfrm>
              <a:off x="4777359" y="2672802"/>
              <a:ext cx="1175644" cy="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1" name="Google Shape;22;p3">
              <a:extLst>
                <a:ext uri="{FF2B5EF4-FFF2-40B4-BE49-F238E27FC236}">
                  <a16:creationId xmlns:a16="http://schemas.microsoft.com/office/drawing/2014/main" id="{A1AAD02F-EC25-A0F7-EC6E-A983C62B736A}"/>
                </a:ext>
              </a:extLst>
            </p:cNvPr>
            <p:cNvCxnSpPr/>
            <p:nvPr/>
          </p:nvCxnSpPr>
          <p:spPr>
            <a:xfrm>
              <a:off x="6301298" y="2863272"/>
              <a:ext cx="0" cy="58677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23;p3">
              <a:extLst>
                <a:ext uri="{FF2B5EF4-FFF2-40B4-BE49-F238E27FC236}">
                  <a16:creationId xmlns:a16="http://schemas.microsoft.com/office/drawing/2014/main" id="{961270DB-E82C-2944-92D7-4172F0A45FB2}"/>
                </a:ext>
              </a:extLst>
            </p:cNvPr>
            <p:cNvCxnSpPr/>
            <p:nvPr/>
          </p:nvCxnSpPr>
          <p:spPr>
            <a:xfrm rot="10800000">
              <a:off x="1119850" y="3450042"/>
              <a:ext cx="5181448" cy="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24;p3">
              <a:extLst>
                <a:ext uri="{FF2B5EF4-FFF2-40B4-BE49-F238E27FC236}">
                  <a16:creationId xmlns:a16="http://schemas.microsoft.com/office/drawing/2014/main" id="{2D6C30FF-40E0-73A8-D469-6E59E4412CE1}"/>
                </a:ext>
              </a:extLst>
            </p:cNvPr>
            <p:cNvCxnSpPr/>
            <p:nvPr/>
          </p:nvCxnSpPr>
          <p:spPr>
            <a:xfrm>
              <a:off x="1119850" y="3450042"/>
              <a:ext cx="0" cy="12957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5" name="Google Shape;25;p3">
              <a:extLst>
                <a:ext uri="{FF2B5EF4-FFF2-40B4-BE49-F238E27FC236}">
                  <a16:creationId xmlns:a16="http://schemas.microsoft.com/office/drawing/2014/main" id="{BBCC8FB8-CB9F-48F0-84E1-3E5E3C39386B}"/>
                </a:ext>
              </a:extLst>
            </p:cNvPr>
            <p:cNvCxnSpPr/>
            <p:nvPr/>
          </p:nvCxnSpPr>
          <p:spPr>
            <a:xfrm>
              <a:off x="1119850" y="4112982"/>
              <a:ext cx="0" cy="19815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26;p3">
              <a:extLst>
                <a:ext uri="{FF2B5EF4-FFF2-40B4-BE49-F238E27FC236}">
                  <a16:creationId xmlns:a16="http://schemas.microsoft.com/office/drawing/2014/main" id="{EE4418DF-AD49-553F-8302-7FB3172BC1C2}"/>
                </a:ext>
              </a:extLst>
            </p:cNvPr>
            <p:cNvCxnSpPr/>
            <p:nvPr/>
          </p:nvCxnSpPr>
          <p:spPr>
            <a:xfrm>
              <a:off x="1119850" y="4341522"/>
              <a:ext cx="0" cy="10671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" name="Google Shape;29;p3">
              <a:extLst>
                <a:ext uri="{FF2B5EF4-FFF2-40B4-BE49-F238E27FC236}">
                  <a16:creationId xmlns:a16="http://schemas.microsoft.com/office/drawing/2014/main" id="{1404B7B2-6543-B375-998A-D5C9159B3171}"/>
                </a:ext>
              </a:extLst>
            </p:cNvPr>
            <p:cNvCxnSpPr/>
            <p:nvPr/>
          </p:nvCxnSpPr>
          <p:spPr>
            <a:xfrm>
              <a:off x="1032800" y="4984354"/>
              <a:ext cx="0" cy="207947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30;p3">
              <a:extLst>
                <a:ext uri="{FF2B5EF4-FFF2-40B4-BE49-F238E27FC236}">
                  <a16:creationId xmlns:a16="http://schemas.microsoft.com/office/drawing/2014/main" id="{6394A7BC-D326-62EF-FA3A-EB78F4312967}"/>
                </a:ext>
              </a:extLst>
            </p:cNvPr>
            <p:cNvCxnSpPr/>
            <p:nvPr/>
          </p:nvCxnSpPr>
          <p:spPr>
            <a:xfrm>
              <a:off x="2643789" y="5454042"/>
              <a:ext cx="174193" cy="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31;p3">
              <a:extLst>
                <a:ext uri="{FF2B5EF4-FFF2-40B4-BE49-F238E27FC236}">
                  <a16:creationId xmlns:a16="http://schemas.microsoft.com/office/drawing/2014/main" id="{840FE7A8-CFD7-AD44-AE06-70230ED64B5B}"/>
                </a:ext>
              </a:extLst>
            </p:cNvPr>
            <p:cNvCxnSpPr/>
            <p:nvPr/>
          </p:nvCxnSpPr>
          <p:spPr>
            <a:xfrm>
              <a:off x="3775908" y="5454042"/>
              <a:ext cx="174193" cy="0"/>
            </a:xfrm>
            <a:prstGeom prst="straightConnector1">
              <a:avLst/>
            </a:prstGeom>
            <a:noFill/>
            <a:ln w="15875" cap="flat" cmpd="sng">
              <a:solidFill>
                <a:srgbClr val="46505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3" name="Google Shape;32;p3">
              <a:extLst>
                <a:ext uri="{FF2B5EF4-FFF2-40B4-BE49-F238E27FC236}">
                  <a16:creationId xmlns:a16="http://schemas.microsoft.com/office/drawing/2014/main" id="{CF64D155-9CAB-07F6-E64E-56C5E3885E94}"/>
                </a:ext>
              </a:extLst>
            </p:cNvPr>
            <p:cNvSpPr/>
            <p:nvPr/>
          </p:nvSpPr>
          <p:spPr>
            <a:xfrm>
              <a:off x="597362" y="2215602"/>
              <a:ext cx="2438339" cy="1028700"/>
            </a:xfrm>
            <a:prstGeom prst="roundRect">
              <a:avLst>
                <a:gd name="adj" fmla="val 5333"/>
              </a:avLst>
            </a:prstGeom>
            <a:solidFill>
              <a:srgbClr val="085D4B">
                <a:alpha val="21961"/>
              </a:srgbClr>
            </a:solidFill>
            <a:ln w="15225" cap="flat" cmpd="sng">
              <a:solidFill>
                <a:srgbClr val="085D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" name="Google Shape;33;p3">
              <a:extLst>
                <a:ext uri="{FF2B5EF4-FFF2-40B4-BE49-F238E27FC236}">
                  <a16:creationId xmlns:a16="http://schemas.microsoft.com/office/drawing/2014/main" id="{3B47AEDE-8046-6363-F876-664B3CCB7CDD}"/>
                </a:ext>
              </a:extLst>
            </p:cNvPr>
            <p:cNvSpPr/>
            <p:nvPr/>
          </p:nvSpPr>
          <p:spPr>
            <a:xfrm>
              <a:off x="3209895" y="2215602"/>
              <a:ext cx="2438339" cy="1028700"/>
            </a:xfrm>
            <a:prstGeom prst="roundRect">
              <a:avLst>
                <a:gd name="adj" fmla="val 5333"/>
              </a:avLst>
            </a:prstGeom>
            <a:solidFill>
              <a:srgbClr val="084189">
                <a:alpha val="18039"/>
              </a:srgbClr>
            </a:solidFill>
            <a:ln w="15225" cap="flat" cmpd="sng">
              <a:solidFill>
                <a:srgbClr val="0841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6" name="Google Shape;34;p3">
              <a:extLst>
                <a:ext uri="{FF2B5EF4-FFF2-40B4-BE49-F238E27FC236}">
                  <a16:creationId xmlns:a16="http://schemas.microsoft.com/office/drawing/2014/main" id="{DD8BBD3B-C107-82BA-A748-5532D71F8347}"/>
                </a:ext>
              </a:extLst>
            </p:cNvPr>
            <p:cNvSpPr/>
            <p:nvPr/>
          </p:nvSpPr>
          <p:spPr>
            <a:xfrm>
              <a:off x="5822335" y="2215602"/>
              <a:ext cx="2438339" cy="1028700"/>
            </a:xfrm>
            <a:prstGeom prst="roundRect">
              <a:avLst>
                <a:gd name="adj" fmla="val 5333"/>
              </a:avLst>
            </a:prstGeom>
            <a:solidFill>
              <a:srgbClr val="90D609">
                <a:alpha val="27843"/>
              </a:srgbClr>
            </a:solidFill>
            <a:ln w="15225" cap="flat" cmpd="sng">
              <a:solidFill>
                <a:srgbClr val="90D6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8" name="Google Shape;36;p3">
              <a:extLst>
                <a:ext uri="{FF2B5EF4-FFF2-40B4-BE49-F238E27FC236}">
                  <a16:creationId xmlns:a16="http://schemas.microsoft.com/office/drawing/2014/main" id="{C88DB89C-E833-8BD7-BCD2-2C4D6B144924}"/>
                </a:ext>
              </a:extLst>
            </p:cNvPr>
            <p:cNvSpPr/>
            <p:nvPr/>
          </p:nvSpPr>
          <p:spPr>
            <a:xfrm>
              <a:off x="597362" y="1072602"/>
              <a:ext cx="2612532" cy="152430"/>
            </a:xfrm>
            <a:prstGeom prst="rect">
              <a:avLst/>
            </a:prstGeom>
            <a:noFill/>
            <a:ln w="9525" cap="flat" cmpd="sng">
              <a:solidFill>
                <a:srgbClr val="E2E6E9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6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Layer 1: Data Ingestion Sources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0" name="Google Shape;37;p3">
              <a:extLst>
                <a:ext uri="{FF2B5EF4-FFF2-40B4-BE49-F238E27FC236}">
                  <a16:creationId xmlns:a16="http://schemas.microsoft.com/office/drawing/2014/main" id="{EEDB37E2-6677-AD95-D662-537EC70451BA}"/>
                </a:ext>
              </a:extLst>
            </p:cNvPr>
            <p:cNvSpPr/>
            <p:nvPr/>
          </p:nvSpPr>
          <p:spPr>
            <a:xfrm>
              <a:off x="684413" y="130120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APIs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REST, </a:t>
              </a:r>
              <a:r>
                <a:rPr lang="en-US" sz="700" b="0" i="0" u="none" strike="noStrike" cap="none" err="1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GraphQL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Real-time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2" name="Google Shape;38;p3">
              <a:extLst>
                <a:ext uri="{FF2B5EF4-FFF2-40B4-BE49-F238E27FC236}">
                  <a16:creationId xmlns:a16="http://schemas.microsoft.com/office/drawing/2014/main" id="{4F36EAAA-E95A-4283-8119-5CBA521A3A2B}"/>
                </a:ext>
              </a:extLst>
            </p:cNvPr>
            <p:cNvSpPr/>
            <p:nvPr/>
          </p:nvSpPr>
          <p:spPr>
            <a:xfrm>
              <a:off x="1729389" y="130120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Databases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SQL, PostgreSQL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Relational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4" name="Google Shape;39;p3">
              <a:extLst>
                <a:ext uri="{FF2B5EF4-FFF2-40B4-BE49-F238E27FC236}">
                  <a16:creationId xmlns:a16="http://schemas.microsoft.com/office/drawing/2014/main" id="{018500D5-2268-BBB2-CF21-2E0592B22F24}"/>
                </a:ext>
              </a:extLst>
            </p:cNvPr>
            <p:cNvSpPr/>
            <p:nvPr/>
          </p:nvSpPr>
          <p:spPr>
            <a:xfrm>
              <a:off x="2774457" y="130120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Files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CSV, Parquet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JSON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5" name="Google Shape;40;p3">
              <a:extLst>
                <a:ext uri="{FF2B5EF4-FFF2-40B4-BE49-F238E27FC236}">
                  <a16:creationId xmlns:a16="http://schemas.microsoft.com/office/drawing/2014/main" id="{98327426-AA61-16A8-1923-6478348AAAA1}"/>
                </a:ext>
              </a:extLst>
            </p:cNvPr>
            <p:cNvSpPr/>
            <p:nvPr/>
          </p:nvSpPr>
          <p:spPr>
            <a:xfrm>
              <a:off x="3819434" y="130120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Event Streams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Kafka, Event Hub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Streaming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6" name="Google Shape;41;p3">
              <a:extLst>
                <a:ext uri="{FF2B5EF4-FFF2-40B4-BE49-F238E27FC236}">
                  <a16:creationId xmlns:a16="http://schemas.microsoft.com/office/drawing/2014/main" id="{2BB67155-7E78-D20B-01F1-2B05234D6401}"/>
                </a:ext>
              </a:extLst>
            </p:cNvPr>
            <p:cNvSpPr/>
            <p:nvPr/>
          </p:nvSpPr>
          <p:spPr>
            <a:xfrm>
              <a:off x="4864410" y="130120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Cloud Storage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Azure Blob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ADLS Gen2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7" name="Google Shape;42;p3">
              <a:extLst>
                <a:ext uri="{FF2B5EF4-FFF2-40B4-BE49-F238E27FC236}">
                  <a16:creationId xmlns:a16="http://schemas.microsoft.com/office/drawing/2014/main" id="{5F8EC49B-6578-BC0C-44C4-FCF539E96555}"/>
                </a:ext>
              </a:extLst>
            </p:cNvPr>
            <p:cNvSpPr/>
            <p:nvPr/>
          </p:nvSpPr>
          <p:spPr>
            <a:xfrm>
              <a:off x="597362" y="1948872"/>
              <a:ext cx="3657509" cy="152430"/>
            </a:xfrm>
            <a:prstGeom prst="rect">
              <a:avLst/>
            </a:prstGeom>
            <a:noFill/>
            <a:ln w="9525" cap="flat" cmpd="sng">
              <a:solidFill>
                <a:srgbClr val="E2E6E9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6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Layer 2: Fabric Lakehouse - Medallion Architecture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8" name="Google Shape;43;p3">
              <a:extLst>
                <a:ext uri="{FF2B5EF4-FFF2-40B4-BE49-F238E27FC236}">
                  <a16:creationId xmlns:a16="http://schemas.microsoft.com/office/drawing/2014/main" id="{E0AFCF44-1FFE-464C-1393-9286CBD52CF7}"/>
                </a:ext>
              </a:extLst>
            </p:cNvPr>
            <p:cNvSpPr/>
            <p:nvPr/>
          </p:nvSpPr>
          <p:spPr>
            <a:xfrm>
              <a:off x="684413" y="2253642"/>
              <a:ext cx="2264146" cy="152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BRONZE - Raw Data Layer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39" name="Google Shape;44;p3">
              <a:extLst>
                <a:ext uri="{FF2B5EF4-FFF2-40B4-BE49-F238E27FC236}">
                  <a16:creationId xmlns:a16="http://schemas.microsoft.com/office/drawing/2014/main" id="{BE366A4C-4BE5-ABE5-62FE-8FF4B454E514}"/>
                </a:ext>
              </a:extLst>
            </p:cNvPr>
            <p:cNvSpPr/>
            <p:nvPr/>
          </p:nvSpPr>
          <p:spPr>
            <a:xfrm>
              <a:off x="727939" y="2482242"/>
              <a:ext cx="653156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85D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 err="1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shopify_customers.delta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Raw Data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0" name="Google Shape;45;p3">
              <a:extLst>
                <a:ext uri="{FF2B5EF4-FFF2-40B4-BE49-F238E27FC236}">
                  <a16:creationId xmlns:a16="http://schemas.microsoft.com/office/drawing/2014/main" id="{77B37DDE-A646-8622-6580-32B27B5BEA79}"/>
                </a:ext>
              </a:extLst>
            </p:cNvPr>
            <p:cNvSpPr/>
            <p:nvPr/>
          </p:nvSpPr>
          <p:spPr>
            <a:xfrm>
              <a:off x="1511762" y="2482242"/>
              <a:ext cx="653156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85D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shopify_orders.delta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Raw Data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1" name="Google Shape;46;p3">
              <a:extLst>
                <a:ext uri="{FF2B5EF4-FFF2-40B4-BE49-F238E27FC236}">
                  <a16:creationId xmlns:a16="http://schemas.microsoft.com/office/drawing/2014/main" id="{7492F23D-2B33-443B-4213-BFB6F7ABC02F}"/>
                </a:ext>
              </a:extLst>
            </p:cNvPr>
            <p:cNvSpPr/>
            <p:nvPr/>
          </p:nvSpPr>
          <p:spPr>
            <a:xfrm>
              <a:off x="2295495" y="2482242"/>
              <a:ext cx="653156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85D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shopify_products.delta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Raw Data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2" name="Google Shape;47;p3">
              <a:extLst>
                <a:ext uri="{FF2B5EF4-FFF2-40B4-BE49-F238E27FC236}">
                  <a16:creationId xmlns:a16="http://schemas.microsoft.com/office/drawing/2014/main" id="{517C4659-3191-7597-DEEC-B5CE4C062935}"/>
                </a:ext>
              </a:extLst>
            </p:cNvPr>
            <p:cNvSpPr/>
            <p:nvPr/>
          </p:nvSpPr>
          <p:spPr>
            <a:xfrm>
              <a:off x="684413" y="2939442"/>
              <a:ext cx="2264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Immutable history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Full fidelity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Audit trail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3" name="Google Shape;48;p3">
              <a:extLst>
                <a:ext uri="{FF2B5EF4-FFF2-40B4-BE49-F238E27FC236}">
                  <a16:creationId xmlns:a16="http://schemas.microsoft.com/office/drawing/2014/main" id="{11AF33D7-B3A5-4D98-6EE1-0BBD5BC2D54E}"/>
                </a:ext>
              </a:extLst>
            </p:cNvPr>
            <p:cNvSpPr/>
            <p:nvPr/>
          </p:nvSpPr>
          <p:spPr>
            <a:xfrm>
              <a:off x="3296945" y="2253642"/>
              <a:ext cx="2264146" cy="152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SILVER - Transformed Data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4" name="Google Shape;49;p3">
              <a:extLst>
                <a:ext uri="{FF2B5EF4-FFF2-40B4-BE49-F238E27FC236}">
                  <a16:creationId xmlns:a16="http://schemas.microsoft.com/office/drawing/2014/main" id="{742B5FB1-6997-9694-BECA-21EC3803F047}"/>
                </a:ext>
              </a:extLst>
            </p:cNvPr>
            <p:cNvSpPr/>
            <p:nvPr/>
          </p:nvSpPr>
          <p:spPr>
            <a:xfrm>
              <a:off x="3340471" y="2482242"/>
              <a:ext cx="653156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841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dim_customers.delta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Cleaned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5" name="Google Shape;50;p3">
              <a:extLst>
                <a:ext uri="{FF2B5EF4-FFF2-40B4-BE49-F238E27FC236}">
                  <a16:creationId xmlns:a16="http://schemas.microsoft.com/office/drawing/2014/main" id="{77E257CD-27EA-4840-E11A-54E8BF2C04D4}"/>
                </a:ext>
              </a:extLst>
            </p:cNvPr>
            <p:cNvSpPr/>
            <p:nvPr/>
          </p:nvSpPr>
          <p:spPr>
            <a:xfrm>
              <a:off x="4124203" y="2482242"/>
              <a:ext cx="653156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841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fct_orders.delta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Validated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6" name="Google Shape;51;p3">
              <a:extLst>
                <a:ext uri="{FF2B5EF4-FFF2-40B4-BE49-F238E27FC236}">
                  <a16:creationId xmlns:a16="http://schemas.microsoft.com/office/drawing/2014/main" id="{CD2B64AE-E2E6-7BA3-DA1B-6E8A47ECAF27}"/>
                </a:ext>
              </a:extLst>
            </p:cNvPr>
            <p:cNvSpPr/>
            <p:nvPr/>
          </p:nvSpPr>
          <p:spPr>
            <a:xfrm>
              <a:off x="4907935" y="2482242"/>
              <a:ext cx="653156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841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dim_products.delta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Deduplicated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7" name="Google Shape;52;p3">
              <a:extLst>
                <a:ext uri="{FF2B5EF4-FFF2-40B4-BE49-F238E27FC236}">
                  <a16:creationId xmlns:a16="http://schemas.microsoft.com/office/drawing/2014/main" id="{D3CB2723-0054-6301-B4C5-F1CE9A86C63A}"/>
                </a:ext>
              </a:extLst>
            </p:cNvPr>
            <p:cNvSpPr/>
            <p:nvPr/>
          </p:nvSpPr>
          <p:spPr>
            <a:xfrm>
              <a:off x="3296945" y="2939442"/>
              <a:ext cx="2264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Deduplicated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Business rules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Ready for BI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8" name="Google Shape;53;p3">
              <a:extLst>
                <a:ext uri="{FF2B5EF4-FFF2-40B4-BE49-F238E27FC236}">
                  <a16:creationId xmlns:a16="http://schemas.microsoft.com/office/drawing/2014/main" id="{7E232664-D1DA-26A5-5AB6-09319121A1EA}"/>
                </a:ext>
              </a:extLst>
            </p:cNvPr>
            <p:cNvSpPr/>
            <p:nvPr/>
          </p:nvSpPr>
          <p:spPr>
            <a:xfrm>
              <a:off x="5909478" y="2253642"/>
              <a:ext cx="2264146" cy="152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GOLD - Analytics Ready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49" name="Google Shape;54;p3">
              <a:extLst>
                <a:ext uri="{FF2B5EF4-FFF2-40B4-BE49-F238E27FC236}">
                  <a16:creationId xmlns:a16="http://schemas.microsoft.com/office/drawing/2014/main" id="{884A2C69-2CDC-7355-ACFA-148D85528956}"/>
                </a:ext>
              </a:extLst>
            </p:cNvPr>
            <p:cNvSpPr/>
            <p:nvPr/>
          </p:nvSpPr>
          <p:spPr>
            <a:xfrm>
              <a:off x="5953003" y="2482242"/>
              <a:ext cx="696681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90D6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sales_analytics.delta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Aggregated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0" name="Google Shape;55;p3">
              <a:extLst>
                <a:ext uri="{FF2B5EF4-FFF2-40B4-BE49-F238E27FC236}">
                  <a16:creationId xmlns:a16="http://schemas.microsoft.com/office/drawing/2014/main" id="{2DE4FCAA-C72E-14DB-9EE6-FBCD7933D046}"/>
                </a:ext>
              </a:extLst>
            </p:cNvPr>
            <p:cNvSpPr/>
            <p:nvPr/>
          </p:nvSpPr>
          <p:spPr>
            <a:xfrm>
              <a:off x="6714972" y="2482242"/>
              <a:ext cx="696681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90D6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customer_analytics.delta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Metrics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1" name="Google Shape;56;p3">
              <a:extLst>
                <a:ext uri="{FF2B5EF4-FFF2-40B4-BE49-F238E27FC236}">
                  <a16:creationId xmlns:a16="http://schemas.microsoft.com/office/drawing/2014/main" id="{AC2B47EE-9B1D-FBF8-DD87-9FA864C39FE4}"/>
                </a:ext>
              </a:extLst>
            </p:cNvPr>
            <p:cNvSpPr/>
            <p:nvPr/>
          </p:nvSpPr>
          <p:spPr>
            <a:xfrm>
              <a:off x="7476942" y="2482242"/>
              <a:ext cx="696681" cy="38103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90D6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product_performance.delta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BI Ready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2" name="Google Shape;57;p3">
              <a:extLst>
                <a:ext uri="{FF2B5EF4-FFF2-40B4-BE49-F238E27FC236}">
                  <a16:creationId xmlns:a16="http://schemas.microsoft.com/office/drawing/2014/main" id="{AC4F2E6C-FCCD-13A5-DF94-56A9330996AB}"/>
                </a:ext>
              </a:extLst>
            </p:cNvPr>
            <p:cNvSpPr/>
            <p:nvPr/>
          </p:nvSpPr>
          <p:spPr>
            <a:xfrm>
              <a:off x="5909478" y="2924202"/>
              <a:ext cx="783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Aggregated metrics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Pre-calculated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BI optimized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3" name="Google Shape;58;p3">
              <a:extLst>
                <a:ext uri="{FF2B5EF4-FFF2-40B4-BE49-F238E27FC236}">
                  <a16:creationId xmlns:a16="http://schemas.microsoft.com/office/drawing/2014/main" id="{2DA043D2-4FF6-B308-7B75-CF69E1D3D658}"/>
                </a:ext>
              </a:extLst>
            </p:cNvPr>
            <p:cNvSpPr/>
            <p:nvPr/>
          </p:nvSpPr>
          <p:spPr>
            <a:xfrm>
              <a:off x="8434868" y="2253642"/>
              <a:ext cx="783732" cy="38103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SQL Endpoints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T-SQL Access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4" name="Google Shape;59;p3">
              <a:extLst>
                <a:ext uri="{FF2B5EF4-FFF2-40B4-BE49-F238E27FC236}">
                  <a16:creationId xmlns:a16="http://schemas.microsoft.com/office/drawing/2014/main" id="{6B802E3A-D210-23AD-78F2-CD5840E89C18}"/>
                </a:ext>
              </a:extLst>
            </p:cNvPr>
            <p:cNvSpPr/>
            <p:nvPr/>
          </p:nvSpPr>
          <p:spPr>
            <a:xfrm>
              <a:off x="8434868" y="2787102"/>
              <a:ext cx="783732" cy="38103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DBT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Transformations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Testing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5" name="Google Shape;60;p3">
              <a:extLst>
                <a:ext uri="{FF2B5EF4-FFF2-40B4-BE49-F238E27FC236}">
                  <a16:creationId xmlns:a16="http://schemas.microsoft.com/office/drawing/2014/main" id="{07F97455-0EE5-FCF7-EA5D-6F274D285ED8}"/>
                </a:ext>
              </a:extLst>
            </p:cNvPr>
            <p:cNvSpPr/>
            <p:nvPr/>
          </p:nvSpPr>
          <p:spPr>
            <a:xfrm>
              <a:off x="597362" y="3312882"/>
              <a:ext cx="3657509" cy="152430"/>
            </a:xfrm>
            <a:prstGeom prst="rect">
              <a:avLst/>
            </a:prstGeom>
            <a:noFill/>
            <a:ln w="9525" cap="flat" cmpd="sng">
              <a:solidFill>
                <a:srgbClr val="E2E6E9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6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Layer 3: Data Quality &amp; Operations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6" name="Google Shape;61;p3">
              <a:extLst>
                <a:ext uri="{FF2B5EF4-FFF2-40B4-BE49-F238E27FC236}">
                  <a16:creationId xmlns:a16="http://schemas.microsoft.com/office/drawing/2014/main" id="{D8299EEB-37FE-F680-C74F-D901810DD9BF}"/>
                </a:ext>
              </a:extLst>
            </p:cNvPr>
            <p:cNvSpPr/>
            <p:nvPr/>
          </p:nvSpPr>
          <p:spPr>
            <a:xfrm>
              <a:off x="597362" y="357952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6A271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Great Expectations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Quality Checks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Validation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7" name="Google Shape;62;p3">
              <a:extLst>
                <a:ext uri="{FF2B5EF4-FFF2-40B4-BE49-F238E27FC236}">
                  <a16:creationId xmlns:a16="http://schemas.microsoft.com/office/drawing/2014/main" id="{D96D48E4-3647-5563-9697-A5D9E88EA5FA}"/>
                </a:ext>
              </a:extLst>
            </p:cNvPr>
            <p:cNvSpPr/>
            <p:nvPr/>
          </p:nvSpPr>
          <p:spPr>
            <a:xfrm>
              <a:off x="1816532" y="357952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6A271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SLA Monitoring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Freshness &amp;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Completeness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8" name="Google Shape;63;p3">
              <a:extLst>
                <a:ext uri="{FF2B5EF4-FFF2-40B4-BE49-F238E27FC236}">
                  <a16:creationId xmlns:a16="http://schemas.microsoft.com/office/drawing/2014/main" id="{9C881874-DE47-59A8-F510-FBB88DD4A48E}"/>
                </a:ext>
              </a:extLst>
            </p:cNvPr>
            <p:cNvSpPr/>
            <p:nvPr/>
          </p:nvSpPr>
          <p:spPr>
            <a:xfrm>
              <a:off x="3035701" y="357952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6A271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Data Contracts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Governance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Compliance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59" name="Google Shape;64;p3">
              <a:extLst>
                <a:ext uri="{FF2B5EF4-FFF2-40B4-BE49-F238E27FC236}">
                  <a16:creationId xmlns:a16="http://schemas.microsoft.com/office/drawing/2014/main" id="{ECA37B6D-B7DB-8C08-9241-06B2645B3111}"/>
                </a:ext>
              </a:extLst>
            </p:cNvPr>
            <p:cNvSpPr/>
            <p:nvPr/>
          </p:nvSpPr>
          <p:spPr>
            <a:xfrm>
              <a:off x="4254871" y="357952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6A271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Audit Logging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Change Tracking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Compliance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0" name="Google Shape;65;p3">
              <a:extLst>
                <a:ext uri="{FF2B5EF4-FFF2-40B4-BE49-F238E27FC236}">
                  <a16:creationId xmlns:a16="http://schemas.microsoft.com/office/drawing/2014/main" id="{A52019A2-AB28-A284-50D8-BD61F4D67E97}"/>
                </a:ext>
              </a:extLst>
            </p:cNvPr>
            <p:cNvSpPr/>
            <p:nvPr/>
          </p:nvSpPr>
          <p:spPr>
            <a:xfrm>
              <a:off x="597362" y="4181502"/>
              <a:ext cx="3657509" cy="152430"/>
            </a:xfrm>
            <a:prstGeom prst="rect">
              <a:avLst/>
            </a:prstGeom>
            <a:noFill/>
            <a:ln w="9525" cap="flat" cmpd="sng">
              <a:solidFill>
                <a:srgbClr val="E2E6E9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6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Layer 4: Power BI Analytics &amp; Reporting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1" name="Google Shape;66;p3">
              <a:extLst>
                <a:ext uri="{FF2B5EF4-FFF2-40B4-BE49-F238E27FC236}">
                  <a16:creationId xmlns:a16="http://schemas.microsoft.com/office/drawing/2014/main" id="{681C0E29-7769-CA34-B064-1A961BC2D04E}"/>
                </a:ext>
              </a:extLst>
            </p:cNvPr>
            <p:cNvSpPr/>
            <p:nvPr/>
          </p:nvSpPr>
          <p:spPr>
            <a:xfrm>
              <a:off x="597362" y="444823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Semantic Model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Star Schema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Relationships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2" name="Google Shape;67;p3">
              <a:extLst>
                <a:ext uri="{FF2B5EF4-FFF2-40B4-BE49-F238E27FC236}">
                  <a16:creationId xmlns:a16="http://schemas.microsoft.com/office/drawing/2014/main" id="{0542958E-A8C9-C947-C35D-C8B03109F031}"/>
                </a:ext>
              </a:extLst>
            </p:cNvPr>
            <p:cNvSpPr/>
            <p:nvPr/>
          </p:nvSpPr>
          <p:spPr>
            <a:xfrm>
              <a:off x="1816532" y="444823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DAX Measures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YTD, YoY, LTV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Aggregations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3" name="Google Shape;68;p3">
              <a:extLst>
                <a:ext uri="{FF2B5EF4-FFF2-40B4-BE49-F238E27FC236}">
                  <a16:creationId xmlns:a16="http://schemas.microsoft.com/office/drawing/2014/main" id="{6A7FB7BB-7B34-0E64-E1F5-9670AEFE5813}"/>
                </a:ext>
              </a:extLst>
            </p:cNvPr>
            <p:cNvSpPr/>
            <p:nvPr/>
          </p:nvSpPr>
          <p:spPr>
            <a:xfrm>
              <a:off x="3035701" y="444823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Dashboards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Executive,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Operational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4" name="Google Shape;69;p3">
              <a:extLst>
                <a:ext uri="{FF2B5EF4-FFF2-40B4-BE49-F238E27FC236}">
                  <a16:creationId xmlns:a16="http://schemas.microsoft.com/office/drawing/2014/main" id="{124DCC64-9AB2-2EB2-6C21-E5357BFC087C}"/>
                </a:ext>
              </a:extLst>
            </p:cNvPr>
            <p:cNvSpPr/>
            <p:nvPr/>
          </p:nvSpPr>
          <p:spPr>
            <a:xfrm>
              <a:off x="4254871" y="444823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A57BD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Reports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Paginated &amp;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Mobile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5" name="Google Shape;70;p3">
              <a:extLst>
                <a:ext uri="{FF2B5EF4-FFF2-40B4-BE49-F238E27FC236}">
                  <a16:creationId xmlns:a16="http://schemas.microsoft.com/office/drawing/2014/main" id="{D409FC10-8A20-FF4A-BFC9-7E1D1EC66694}"/>
                </a:ext>
              </a:extLst>
            </p:cNvPr>
            <p:cNvSpPr/>
            <p:nvPr/>
          </p:nvSpPr>
          <p:spPr>
            <a:xfrm>
              <a:off x="597362" y="5012112"/>
              <a:ext cx="4179997" cy="152430"/>
            </a:xfrm>
            <a:prstGeom prst="rect">
              <a:avLst/>
            </a:prstGeom>
            <a:noFill/>
            <a:ln w="9525" cap="flat" cmpd="sng">
              <a:solidFill>
                <a:srgbClr val="E2E6E9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6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Layer 5: Deployment &amp; Automation (CI/CD)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6" name="Google Shape;71;p3">
              <a:extLst>
                <a:ext uri="{FF2B5EF4-FFF2-40B4-BE49-F238E27FC236}">
                  <a16:creationId xmlns:a16="http://schemas.microsoft.com/office/drawing/2014/main" id="{C9B13752-E48E-853F-C27F-8C4B8A1D5382}"/>
                </a:ext>
              </a:extLst>
            </p:cNvPr>
            <p:cNvSpPr/>
            <p:nvPr/>
          </p:nvSpPr>
          <p:spPr>
            <a:xfrm>
              <a:off x="553837" y="5187402"/>
              <a:ext cx="957925" cy="533370"/>
            </a:xfrm>
            <a:prstGeom prst="roundRect">
              <a:avLst>
                <a:gd name="adj" fmla="val 16667"/>
              </a:avLst>
            </a:prstGeom>
            <a:solidFill>
              <a:srgbClr val="085D4B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GitHub Actions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Workflows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CI/CD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7" name="Google Shape;72;p3">
              <a:extLst>
                <a:ext uri="{FF2B5EF4-FFF2-40B4-BE49-F238E27FC236}">
                  <a16:creationId xmlns:a16="http://schemas.microsoft.com/office/drawing/2014/main" id="{707F8407-0185-8912-83D2-DB826B89B764}"/>
                </a:ext>
              </a:extLst>
            </p:cNvPr>
            <p:cNvSpPr/>
            <p:nvPr/>
          </p:nvSpPr>
          <p:spPr>
            <a:xfrm>
              <a:off x="1685864" y="5187402"/>
              <a:ext cx="957925" cy="533370"/>
            </a:xfrm>
            <a:prstGeom prst="roundRect">
              <a:avLst>
                <a:gd name="adj" fmla="val 16667"/>
              </a:avLst>
            </a:prstGeom>
            <a:solidFill>
              <a:srgbClr val="085D4B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DEV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Environment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Testing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8" name="Google Shape;73;p3">
              <a:extLst>
                <a:ext uri="{FF2B5EF4-FFF2-40B4-BE49-F238E27FC236}">
                  <a16:creationId xmlns:a16="http://schemas.microsoft.com/office/drawing/2014/main" id="{744371D2-3A30-C94B-F0C3-F326659EB334}"/>
                </a:ext>
              </a:extLst>
            </p:cNvPr>
            <p:cNvSpPr/>
            <p:nvPr/>
          </p:nvSpPr>
          <p:spPr>
            <a:xfrm>
              <a:off x="2817983" y="5187402"/>
              <a:ext cx="957925" cy="533370"/>
            </a:xfrm>
            <a:prstGeom prst="roundRect">
              <a:avLst>
                <a:gd name="adj" fmla="val 16667"/>
              </a:avLst>
            </a:prstGeom>
            <a:solidFill>
              <a:srgbClr val="085D4B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QA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Environment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Validation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69" name="Google Shape;74;p3">
              <a:extLst>
                <a:ext uri="{FF2B5EF4-FFF2-40B4-BE49-F238E27FC236}">
                  <a16:creationId xmlns:a16="http://schemas.microsoft.com/office/drawing/2014/main" id="{57C1250A-1EED-F571-8A79-BBD256941165}"/>
                </a:ext>
              </a:extLst>
            </p:cNvPr>
            <p:cNvSpPr/>
            <p:nvPr/>
          </p:nvSpPr>
          <p:spPr>
            <a:xfrm>
              <a:off x="3950101" y="5187402"/>
              <a:ext cx="957925" cy="533370"/>
            </a:xfrm>
            <a:prstGeom prst="roundRect">
              <a:avLst>
                <a:gd name="adj" fmla="val 16667"/>
              </a:avLst>
            </a:prstGeom>
            <a:solidFill>
              <a:srgbClr val="085D4B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PROD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Environment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Live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0" name="Google Shape;75;p3">
              <a:extLst>
                <a:ext uri="{FF2B5EF4-FFF2-40B4-BE49-F238E27FC236}">
                  <a16:creationId xmlns:a16="http://schemas.microsoft.com/office/drawing/2014/main" id="{865ABB02-698D-5D29-616F-7488E7B3AE35}"/>
                </a:ext>
              </a:extLst>
            </p:cNvPr>
            <p:cNvSpPr/>
            <p:nvPr/>
          </p:nvSpPr>
          <p:spPr>
            <a:xfrm>
              <a:off x="597362" y="5774112"/>
              <a:ext cx="4179997" cy="152430"/>
            </a:xfrm>
            <a:prstGeom prst="rect">
              <a:avLst/>
            </a:prstGeom>
            <a:noFill/>
            <a:ln w="9525" cap="flat" cmpd="sng">
              <a:solidFill>
                <a:srgbClr val="E2E6E9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6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Layer 6: MCP Servers &amp; AI Orchestration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1" name="Google Shape;76;p3">
              <a:extLst>
                <a:ext uri="{FF2B5EF4-FFF2-40B4-BE49-F238E27FC236}">
                  <a16:creationId xmlns:a16="http://schemas.microsoft.com/office/drawing/2014/main" id="{B9324EFC-AC85-DFD4-19B2-0D1391300E38}"/>
                </a:ext>
              </a:extLst>
            </p:cNvPr>
            <p:cNvSpPr/>
            <p:nvPr/>
          </p:nvSpPr>
          <p:spPr>
            <a:xfrm>
              <a:off x="597362" y="594178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84189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Fabric MCP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Workspace Ops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Lakehouse Mgmt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2" name="Google Shape;77;p3">
              <a:extLst>
                <a:ext uri="{FF2B5EF4-FFF2-40B4-BE49-F238E27FC236}">
                  <a16:creationId xmlns:a16="http://schemas.microsoft.com/office/drawing/2014/main" id="{587AC84D-CC3B-C41D-1827-E9275DAAAE0A}"/>
                </a:ext>
              </a:extLst>
            </p:cNvPr>
            <p:cNvSpPr/>
            <p:nvPr/>
          </p:nvSpPr>
          <p:spPr>
            <a:xfrm>
              <a:off x="1642339" y="594178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84189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Power BI MCP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Semantic Models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Deployment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3" name="Google Shape;78;p3">
              <a:extLst>
                <a:ext uri="{FF2B5EF4-FFF2-40B4-BE49-F238E27FC236}">
                  <a16:creationId xmlns:a16="http://schemas.microsoft.com/office/drawing/2014/main" id="{A4D7B661-2EF8-8DE1-70DC-48E7AEC6D4FC}"/>
                </a:ext>
              </a:extLst>
            </p:cNvPr>
            <p:cNvSpPr/>
            <p:nvPr/>
          </p:nvSpPr>
          <p:spPr>
            <a:xfrm>
              <a:off x="2687315" y="594178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84189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DBT Cloud API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Transformations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Testing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4" name="Google Shape;79;p3">
              <a:extLst>
                <a:ext uri="{FF2B5EF4-FFF2-40B4-BE49-F238E27FC236}">
                  <a16:creationId xmlns:a16="http://schemas.microsoft.com/office/drawing/2014/main" id="{3194DE2D-7A18-5C3A-1D74-740A8E39989C}"/>
                </a:ext>
              </a:extLst>
            </p:cNvPr>
            <p:cNvSpPr/>
            <p:nvPr/>
          </p:nvSpPr>
          <p:spPr>
            <a:xfrm>
              <a:off x="3732383" y="594178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084189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GitHub API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CI/CD Workflows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Automation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5" name="Google Shape;80;p3">
              <a:extLst>
                <a:ext uri="{FF2B5EF4-FFF2-40B4-BE49-F238E27FC236}">
                  <a16:creationId xmlns:a16="http://schemas.microsoft.com/office/drawing/2014/main" id="{B3CD5EE6-E5BE-E1EB-014C-F8E29AC19EF8}"/>
                </a:ext>
              </a:extLst>
            </p:cNvPr>
            <p:cNvSpPr/>
            <p:nvPr/>
          </p:nvSpPr>
          <p:spPr>
            <a:xfrm>
              <a:off x="4777359" y="5941782"/>
              <a:ext cx="870875" cy="533370"/>
            </a:xfrm>
            <a:prstGeom prst="roundRect">
              <a:avLst>
                <a:gd name="adj" fmla="val 16667"/>
              </a:avLst>
            </a:prstGeom>
            <a:solidFill>
              <a:srgbClr val="90D609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Claude AI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Orchestration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Automation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6" name="Google Shape;81;p3">
              <a:extLst>
                <a:ext uri="{FF2B5EF4-FFF2-40B4-BE49-F238E27FC236}">
                  <a16:creationId xmlns:a16="http://schemas.microsoft.com/office/drawing/2014/main" id="{6FBF1D0F-E2DA-C5C9-38E0-1EBFA7064EAF}"/>
                </a:ext>
              </a:extLst>
            </p:cNvPr>
            <p:cNvSpPr/>
            <p:nvPr/>
          </p:nvSpPr>
          <p:spPr>
            <a:xfrm>
              <a:off x="5909478" y="130120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6A271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Monitoring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Health Checks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Metrics &amp; Alerts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7" name="Google Shape;82;p3">
              <a:extLst>
                <a:ext uri="{FF2B5EF4-FFF2-40B4-BE49-F238E27FC236}">
                  <a16:creationId xmlns:a16="http://schemas.microsoft.com/office/drawing/2014/main" id="{487665F2-7FA4-51DC-B044-1C9849D5AC28}"/>
                </a:ext>
              </a:extLst>
            </p:cNvPr>
            <p:cNvSpPr/>
            <p:nvPr/>
          </p:nvSpPr>
          <p:spPr>
            <a:xfrm>
              <a:off x="7128647" y="130120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22061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Security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Authentication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RLS/OLS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8" name="Google Shape;83;p3">
              <a:extLst>
                <a:ext uri="{FF2B5EF4-FFF2-40B4-BE49-F238E27FC236}">
                  <a16:creationId xmlns:a16="http://schemas.microsoft.com/office/drawing/2014/main" id="{A4DEDB99-5FC5-2EEE-79E3-BA502DDF309B}"/>
                </a:ext>
              </a:extLst>
            </p:cNvPr>
            <p:cNvSpPr/>
            <p:nvPr/>
          </p:nvSpPr>
          <p:spPr>
            <a:xfrm>
              <a:off x="8347817" y="1301202"/>
              <a:ext cx="1044976" cy="533370"/>
            </a:xfrm>
            <a:prstGeom prst="roundRect">
              <a:avLst>
                <a:gd name="adj" fmla="val 16667"/>
              </a:avLst>
            </a:prstGeom>
            <a:solidFill>
              <a:srgbClr val="022061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Compliance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Auditing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Governance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79" name="Google Shape;84;p3">
              <a:extLst>
                <a:ext uri="{FF2B5EF4-FFF2-40B4-BE49-F238E27FC236}">
                  <a16:creationId xmlns:a16="http://schemas.microsoft.com/office/drawing/2014/main" id="{84D58602-052D-8ECC-7903-44CDF6B3E685}"/>
                </a:ext>
              </a:extLst>
            </p:cNvPr>
            <p:cNvSpPr/>
            <p:nvPr/>
          </p:nvSpPr>
          <p:spPr>
            <a:xfrm>
              <a:off x="9631208" y="2101302"/>
              <a:ext cx="117768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Legend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0" name="Google Shape;85;p3">
              <a:extLst>
                <a:ext uri="{FF2B5EF4-FFF2-40B4-BE49-F238E27FC236}">
                  <a16:creationId xmlns:a16="http://schemas.microsoft.com/office/drawing/2014/main" id="{1FD5A443-78A3-D6CA-93EC-A95997E8135E}"/>
                </a:ext>
              </a:extLst>
            </p:cNvPr>
            <p:cNvSpPr/>
            <p:nvPr/>
          </p:nvSpPr>
          <p:spPr>
            <a:xfrm>
              <a:off x="9685335" y="2329902"/>
              <a:ext cx="1504733" cy="16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→ Synchronous Flow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1" name="Google Shape;86;p3">
              <a:extLst>
                <a:ext uri="{FF2B5EF4-FFF2-40B4-BE49-F238E27FC236}">
                  <a16:creationId xmlns:a16="http://schemas.microsoft.com/office/drawing/2014/main" id="{B4E2A37A-1E0E-641C-A433-A92B77FC95F1}"/>
                </a:ext>
              </a:extLst>
            </p:cNvPr>
            <p:cNvSpPr/>
            <p:nvPr/>
          </p:nvSpPr>
          <p:spPr>
            <a:xfrm>
              <a:off x="9707008" y="2558502"/>
              <a:ext cx="1635687" cy="16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6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⇢ Asynchronous Flow</a:t>
              </a:r>
              <a:endParaRPr sz="6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2" name="Google Shape;87;p3">
              <a:extLst>
                <a:ext uri="{FF2B5EF4-FFF2-40B4-BE49-F238E27FC236}">
                  <a16:creationId xmlns:a16="http://schemas.microsoft.com/office/drawing/2014/main" id="{0367D468-D8B6-874E-C85A-178324089CCD}"/>
                </a:ext>
              </a:extLst>
            </p:cNvPr>
            <p:cNvSpPr/>
            <p:nvPr/>
          </p:nvSpPr>
          <p:spPr>
            <a:xfrm>
              <a:off x="9652881" y="2901402"/>
              <a:ext cx="13086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7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Key Metrics</a:t>
              </a:r>
              <a:endParaRPr sz="7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3" name="Google Shape;88;p3">
              <a:extLst>
                <a:ext uri="{FF2B5EF4-FFF2-40B4-BE49-F238E27FC236}">
                  <a16:creationId xmlns:a16="http://schemas.microsoft.com/office/drawing/2014/main" id="{BF142D5F-6EF7-87FB-7711-9EAD1DCC546A}"/>
                </a:ext>
              </a:extLst>
            </p:cNvPr>
            <p:cNvSpPr/>
            <p:nvPr/>
          </p:nvSpPr>
          <p:spPr>
            <a:xfrm>
              <a:off x="9728860" y="3091872"/>
              <a:ext cx="1504733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550"/>
                <a:buFont typeface="Arial"/>
                <a:buNone/>
              </a:pPr>
              <a:r>
                <a:rPr lang="en-US" sz="55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Quality: 99%+</a:t>
              </a:r>
              <a:endParaRPr sz="55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4" name="Google Shape;89;p3">
              <a:extLst>
                <a:ext uri="{FF2B5EF4-FFF2-40B4-BE49-F238E27FC236}">
                  <a16:creationId xmlns:a16="http://schemas.microsoft.com/office/drawing/2014/main" id="{979EF607-71F0-2B29-9432-5BFDC34B6C72}"/>
                </a:ext>
              </a:extLst>
            </p:cNvPr>
            <p:cNvSpPr/>
            <p:nvPr/>
          </p:nvSpPr>
          <p:spPr>
            <a:xfrm>
              <a:off x="9728860" y="3244302"/>
              <a:ext cx="1504733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550"/>
                <a:buFont typeface="Arial"/>
                <a:buNone/>
              </a:pPr>
              <a:r>
                <a:rPr lang="en-US" sz="55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End-to-End: &lt;5 min</a:t>
              </a:r>
              <a:endParaRPr sz="55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5" name="Google Shape;90;p3">
              <a:extLst>
                <a:ext uri="{FF2B5EF4-FFF2-40B4-BE49-F238E27FC236}">
                  <a16:creationId xmlns:a16="http://schemas.microsoft.com/office/drawing/2014/main" id="{56074320-2009-B1A1-6E2E-7F276FAB2AC1}"/>
                </a:ext>
              </a:extLst>
            </p:cNvPr>
            <p:cNvSpPr/>
            <p:nvPr/>
          </p:nvSpPr>
          <p:spPr>
            <a:xfrm>
              <a:off x="9728860" y="3396642"/>
              <a:ext cx="1504733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550"/>
                <a:buFont typeface="Arial"/>
                <a:buNone/>
              </a:pPr>
              <a:r>
                <a:rPr lang="en-US" sz="55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✓ Availability: 99.99%</a:t>
              </a:r>
              <a:endParaRPr sz="55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6" name="Google Shape;91;p3">
              <a:extLst>
                <a:ext uri="{FF2B5EF4-FFF2-40B4-BE49-F238E27FC236}">
                  <a16:creationId xmlns:a16="http://schemas.microsoft.com/office/drawing/2014/main" id="{4177DDE6-80F0-F87A-60DA-045546743C8E}"/>
                </a:ext>
              </a:extLst>
            </p:cNvPr>
            <p:cNvSpPr/>
            <p:nvPr/>
          </p:nvSpPr>
          <p:spPr>
            <a:xfrm>
              <a:off x="5648142" y="3579522"/>
              <a:ext cx="3657509" cy="609630"/>
            </a:xfrm>
            <a:prstGeom prst="roundRect">
              <a:avLst>
                <a:gd name="adj" fmla="val 16667"/>
              </a:avLst>
            </a:prstGeom>
            <a:solidFill>
              <a:srgbClr val="E3E7EB"/>
            </a:solidFill>
            <a:ln w="165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50" tIns="250" rIns="250" bIns="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8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Complete Data Flow: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8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Ingestion → Bronze → Silver (DBT) → Gold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8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→ Quality Checks → Power BI → Reports → Monitoring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7" name="Google Shape;92;p3">
              <a:extLst>
                <a:ext uri="{FF2B5EF4-FFF2-40B4-BE49-F238E27FC236}">
                  <a16:creationId xmlns:a16="http://schemas.microsoft.com/office/drawing/2014/main" id="{73BC5948-C93B-7D6B-5F82-BAAF53E9465B}"/>
                </a:ext>
              </a:extLst>
            </p:cNvPr>
            <p:cNvSpPr/>
            <p:nvPr/>
          </p:nvSpPr>
          <p:spPr>
            <a:xfrm>
              <a:off x="6693210" y="4539642"/>
              <a:ext cx="3135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6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Implementation (8 Weeks)</a:t>
              </a:r>
              <a:endParaRPr sz="9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  <p:sp>
          <p:nvSpPr>
            <p:cNvPr id="88" name="Google Shape;93;p3">
              <a:extLst>
                <a:ext uri="{FF2B5EF4-FFF2-40B4-BE49-F238E27FC236}">
                  <a16:creationId xmlns:a16="http://schemas.microsoft.com/office/drawing/2014/main" id="{B3AB4E4C-28B5-B4CB-7D14-DEA4C9C324EF}"/>
                </a:ext>
              </a:extLst>
            </p:cNvPr>
            <p:cNvSpPr/>
            <p:nvPr/>
          </p:nvSpPr>
          <p:spPr>
            <a:xfrm>
              <a:off x="6693210" y="4768241"/>
              <a:ext cx="2873776" cy="1242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" tIns="250" rIns="250" bIns="25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Week 1: Infrastructure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Week 2-3: Data Engineering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Week 4: Quality &amp; Ops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Week 5: Analytics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Week 6-7: Automation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211C"/>
                </a:buClr>
                <a:buSzPts val="7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5211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Arial"/>
                </a:rPr>
                <a:t>Week 8: Operations</a:t>
              </a:r>
              <a:endParaRPr sz="800" b="0" i="0" u="none" strike="noStrike" cap="none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1311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03CB-D851-2BAF-B20E-85EB563D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FB7BEF9-2A7E-2528-210B-74FBC108995C}"/>
              </a:ext>
            </a:extLst>
          </p:cNvPr>
          <p:cNvSpPr txBox="1"/>
          <p:nvPr/>
        </p:nvSpPr>
        <p:spPr>
          <a:xfrm flipH="1">
            <a:off x="421585" y="382848"/>
            <a:ext cx="7414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Infiltration: What Changed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FEB79F-A1A9-2D75-1DB8-6259F674CD33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F4C860-B0AB-C891-F70E-B3BDB04448E6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2678BE-C639-2617-3F4A-2D15F39FDF33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07FB51-4221-C034-6991-B2510189F88A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62521B-47D5-097B-5B0F-6C19CC50546E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89D991-D52C-4070-6F94-658AB88BA8D9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C7FC85-D4B7-8B28-5F91-BBC705F84954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0A150F-BA07-7E1E-DC07-6BD735D34404}"/>
              </a:ext>
            </a:extLst>
          </p:cNvPr>
          <p:cNvGrpSpPr/>
          <p:nvPr/>
        </p:nvGrpSpPr>
        <p:grpSpPr>
          <a:xfrm>
            <a:off x="1516018" y="1600318"/>
            <a:ext cx="9159964" cy="4874833"/>
            <a:chOff x="1330701" y="1674747"/>
            <a:chExt cx="9159964" cy="451832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8B3F63C-C6DF-B2A0-18CA-0D19DEC7201D}"/>
                </a:ext>
              </a:extLst>
            </p:cNvPr>
            <p:cNvGrpSpPr/>
            <p:nvPr/>
          </p:nvGrpSpPr>
          <p:grpSpPr>
            <a:xfrm>
              <a:off x="1330701" y="2169041"/>
              <a:ext cx="4447611" cy="4024028"/>
              <a:chOff x="1330701" y="2169041"/>
              <a:chExt cx="4447611" cy="4024028"/>
            </a:xfrm>
          </p:grpSpPr>
          <p:sp>
            <p:nvSpPr>
              <p:cNvPr id="53" name="Shape 2">
                <a:extLst>
                  <a:ext uri="{FF2B5EF4-FFF2-40B4-BE49-F238E27FC236}">
                    <a16:creationId xmlns:a16="http://schemas.microsoft.com/office/drawing/2014/main" id="{56DAA7E3-F893-88D1-3A2F-11B596BE53EA}"/>
                  </a:ext>
                </a:extLst>
              </p:cNvPr>
              <p:cNvSpPr/>
              <p:nvPr/>
            </p:nvSpPr>
            <p:spPr>
              <a:xfrm>
                <a:off x="1330701" y="2169041"/>
                <a:ext cx="4447611" cy="4024028"/>
              </a:xfrm>
              <a:prstGeom prst="roundRect">
                <a:avLst>
                  <a:gd name="adj" fmla="val 4283"/>
                </a:avLst>
              </a:prstGeom>
              <a:solidFill>
                <a:srgbClr val="F8FBFE"/>
              </a:solidFill>
              <a:ln w="19050">
                <a:solidFill>
                  <a:srgbClr val="0B57BD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E1EA60A-1F8A-45C4-D141-4B22C25AA8B9}"/>
                  </a:ext>
                </a:extLst>
              </p:cNvPr>
              <p:cNvGrpSpPr/>
              <p:nvPr/>
            </p:nvGrpSpPr>
            <p:grpSpPr>
              <a:xfrm>
                <a:off x="1701334" y="2582707"/>
                <a:ext cx="3706344" cy="3152557"/>
                <a:chOff x="1711322" y="2582707"/>
                <a:chExt cx="3706344" cy="3152557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AE367D0-C0F9-6C84-2E2F-9E7834D77909}"/>
                    </a:ext>
                  </a:extLst>
                </p:cNvPr>
                <p:cNvSpPr txBox="1"/>
                <p:nvPr/>
              </p:nvSpPr>
              <p:spPr>
                <a:xfrm>
                  <a:off x="1711322" y="2582707"/>
                  <a:ext cx="341292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400" b="1">
                      <a:solidFill>
                        <a:srgbClr val="E76F51"/>
                      </a:solidFill>
                    </a:defRPr>
                  </a:pPr>
                  <a:r>
                    <a:rPr sz="16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BEFORE: Manual Delivery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8FC279B-4892-244F-AE6B-898BF4C04C30}"/>
                    </a:ext>
                  </a:extLst>
                </p:cNvPr>
                <p:cNvSpPr txBox="1"/>
                <p:nvPr/>
              </p:nvSpPr>
              <p:spPr>
                <a:xfrm>
                  <a:off x="1711323" y="3043849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sz="12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•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Requirements gathering (manual)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5C44813-8BFD-5FE5-92EC-13250829A07E}"/>
                    </a:ext>
                  </a:extLst>
                </p:cNvPr>
                <p:cNvSpPr txBox="1"/>
                <p:nvPr/>
              </p:nvSpPr>
              <p:spPr>
                <a:xfrm>
                  <a:off x="1711323" y="3446251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•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Design &amp; architecture meetings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E830F4-C885-1DFA-EB47-677BB7F6F89E}"/>
                    </a:ext>
                  </a:extLst>
                </p:cNvPr>
                <p:cNvSpPr txBox="1"/>
                <p:nvPr/>
              </p:nvSpPr>
              <p:spPr>
                <a:xfrm>
                  <a:off x="1711323" y="3848654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•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Hand-code notebooks (trial &amp; error)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F6E08A5-6F10-F8CD-F00C-09E34F2FAC41}"/>
                    </a:ext>
                  </a:extLst>
                </p:cNvPr>
                <p:cNvSpPr txBox="1"/>
                <p:nvPr/>
              </p:nvSpPr>
              <p:spPr>
                <a:xfrm>
                  <a:off x="1711323" y="4251057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•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Manual data quality checks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F52819-C2F7-1700-C0D3-505A10D67AFC}"/>
                    </a:ext>
                  </a:extLst>
                </p:cNvPr>
                <p:cNvSpPr txBox="1"/>
                <p:nvPr/>
              </p:nvSpPr>
              <p:spPr>
                <a:xfrm>
                  <a:off x="1711323" y="4653460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•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Spreadsheet-driven deployments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87BCA0D-0359-DFC4-49D1-B9435EEBD448}"/>
                    </a:ext>
                  </a:extLst>
                </p:cNvPr>
                <p:cNvSpPr txBox="1"/>
                <p:nvPr/>
              </p:nvSpPr>
              <p:spPr>
                <a:xfrm>
                  <a:off x="1711323" y="5055862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•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Weeks of troubleshooting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FDFB610-5EE3-04FB-28A0-133CE7ACCE7E}"/>
                    </a:ext>
                  </a:extLst>
                </p:cNvPr>
                <p:cNvSpPr txBox="1"/>
                <p:nvPr/>
              </p:nvSpPr>
              <p:spPr>
                <a:xfrm>
                  <a:off x="1711323" y="5458265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>
                      <a:solidFill>
                        <a:srgbClr val="0B57BD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•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Knowledge silos</a:t>
                  </a: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BC957C7-96EF-E6BF-3704-2D1D9C2E0058}"/>
                </a:ext>
              </a:extLst>
            </p:cNvPr>
            <p:cNvGrpSpPr/>
            <p:nvPr/>
          </p:nvGrpSpPr>
          <p:grpSpPr>
            <a:xfrm>
              <a:off x="6043054" y="2169041"/>
              <a:ext cx="4447611" cy="4024028"/>
              <a:chOff x="6413687" y="2169041"/>
              <a:chExt cx="4447611" cy="4024028"/>
            </a:xfrm>
          </p:grpSpPr>
          <p:sp>
            <p:nvSpPr>
              <p:cNvPr id="55" name="Shape 2">
                <a:extLst>
                  <a:ext uri="{FF2B5EF4-FFF2-40B4-BE49-F238E27FC236}">
                    <a16:creationId xmlns:a16="http://schemas.microsoft.com/office/drawing/2014/main" id="{094C8827-4D34-2EC1-8F2A-15E57990A76F}"/>
                  </a:ext>
                </a:extLst>
              </p:cNvPr>
              <p:cNvSpPr/>
              <p:nvPr/>
            </p:nvSpPr>
            <p:spPr>
              <a:xfrm>
                <a:off x="6413687" y="2169041"/>
                <a:ext cx="4447611" cy="4024028"/>
              </a:xfrm>
              <a:prstGeom prst="roundRect">
                <a:avLst>
                  <a:gd name="adj" fmla="val 4283"/>
                </a:avLst>
              </a:prstGeom>
              <a:solidFill>
                <a:srgbClr val="F7FCEE"/>
              </a:solidFill>
              <a:ln w="19050">
                <a:solidFill>
                  <a:srgbClr val="075D4B"/>
                </a:solidFill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8BA9AC9-35D4-61BE-2634-00216ED70D37}"/>
                  </a:ext>
                </a:extLst>
              </p:cNvPr>
              <p:cNvGrpSpPr/>
              <p:nvPr/>
            </p:nvGrpSpPr>
            <p:grpSpPr>
              <a:xfrm>
                <a:off x="6784321" y="2630086"/>
                <a:ext cx="3706343" cy="3167945"/>
                <a:chOff x="6774334" y="2630086"/>
                <a:chExt cx="3706343" cy="3167945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BF81318-1E26-109B-7EEC-C89D00A8A123}"/>
                    </a:ext>
                  </a:extLst>
                </p:cNvPr>
                <p:cNvSpPr txBox="1"/>
                <p:nvPr/>
              </p:nvSpPr>
              <p:spPr>
                <a:xfrm>
                  <a:off x="6774334" y="2630086"/>
                  <a:ext cx="370634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400" b="1">
                      <a:solidFill>
                        <a:srgbClr val="06A77D"/>
                      </a:solidFill>
                    </a:defRPr>
                  </a:pPr>
                  <a:r>
                    <a:rPr sz="1600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AFTER: AI-Automated Delivery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FD8C89F-AFFA-CAB0-500A-D625077C3128}"/>
                    </a:ext>
                  </a:extLst>
                </p:cNvPr>
                <p:cNvSpPr txBox="1"/>
                <p:nvPr/>
              </p:nvSpPr>
              <p:spPr>
                <a:xfrm>
                  <a:off x="6774334" y="3106616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sz="12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✓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Specs define everything (YAML/JSON)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1B9CFA2-1145-48A4-9532-214B47D34BC8}"/>
                    </a:ext>
                  </a:extLst>
                </p:cNvPr>
                <p:cNvSpPr txBox="1"/>
                <p:nvPr/>
              </p:nvSpPr>
              <p:spPr>
                <a:xfrm>
                  <a:off x="6774334" y="3509018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✓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AI generates infrastructure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D3680C3-9700-AD38-52AF-4359D3100D91}"/>
                    </a:ext>
                  </a:extLst>
                </p:cNvPr>
                <p:cNvSpPr txBox="1"/>
                <p:nvPr/>
              </p:nvSpPr>
              <p:spPr>
                <a:xfrm>
                  <a:off x="6774334" y="3911421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✓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Auto-scaffolded notebooks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3F85B3F-B4C5-CEA2-8783-8B5628E03602}"/>
                    </a:ext>
                  </a:extLst>
                </p:cNvPr>
                <p:cNvSpPr txBox="1"/>
                <p:nvPr/>
              </p:nvSpPr>
              <p:spPr>
                <a:xfrm>
                  <a:off x="6774334" y="4313824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✓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Automated SLA monitoring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56705F4-5F59-1522-0135-9801632AC57E}"/>
                    </a:ext>
                  </a:extLst>
                </p:cNvPr>
                <p:cNvSpPr txBox="1"/>
                <p:nvPr/>
              </p:nvSpPr>
              <p:spPr>
                <a:xfrm>
                  <a:off x="6774334" y="4716227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✓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sz="120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GitOps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deployment pipeline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D8A1B97-AC6B-261E-64BF-54470E193EDE}"/>
                    </a:ext>
                  </a:extLst>
                </p:cNvPr>
                <p:cNvSpPr txBox="1"/>
                <p:nvPr/>
              </p:nvSpPr>
              <p:spPr>
                <a:xfrm>
                  <a:off x="6774334" y="5118629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✓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Minutes to production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A2ED212-D7F7-EB80-9C24-8C9BD860891F}"/>
                    </a:ext>
                  </a:extLst>
                </p:cNvPr>
                <p:cNvSpPr txBox="1"/>
                <p:nvPr/>
              </p:nvSpPr>
              <p:spPr>
                <a:xfrm>
                  <a:off x="6774334" y="5521032"/>
                  <a:ext cx="370634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r>
                    <a:rPr lang="en-IN" sz="1200" b="1">
                      <a:solidFill>
                        <a:srgbClr val="075D4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✓</a:t>
                  </a:r>
                  <a:r>
                    <a:rPr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Reproducible &amp; auditable</a:t>
                  </a:r>
                </a:p>
              </p:txBody>
            </p:sp>
          </p:grp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85B8CE4-7F5D-5E4C-0B00-89146C50B96D}"/>
                </a:ext>
              </a:extLst>
            </p:cNvPr>
            <p:cNvSpPr txBox="1"/>
            <p:nvPr/>
          </p:nvSpPr>
          <p:spPr>
            <a:xfrm flipH="1">
              <a:off x="1330701" y="1674747"/>
              <a:ext cx="9159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Like a master heist, AI agents have silently taken over the repetitive work...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26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6A6DC-6A72-D1CB-9E2C-27D354C2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D8B6EFD-08E1-C7D0-A979-0A75653DD43A}"/>
              </a:ext>
            </a:extLst>
          </p:cNvPr>
          <p:cNvSpPr txBox="1"/>
          <p:nvPr/>
        </p:nvSpPr>
        <p:spPr>
          <a:xfrm flipH="1">
            <a:off x="421585" y="382848"/>
            <a:ext cx="7414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Takeaways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AD3DDE-D1FF-40A3-48BC-F7E3B597CC04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63B93E-D4FF-9821-4C98-B90B1A28D762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172844-F0E1-F209-F7FC-1834C1824D34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B1C9C3-0A26-2003-C1B2-EE26F5217A2B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8075F1-7D6A-672E-7106-D796D595EC79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52F2FA-62DE-D70C-0787-41584F74FC2C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8E494E-D617-26C4-5380-300AF7D4FD7B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21F19F7-04B8-649C-D36E-389381A37470}"/>
              </a:ext>
            </a:extLst>
          </p:cNvPr>
          <p:cNvGrpSpPr/>
          <p:nvPr/>
        </p:nvGrpSpPr>
        <p:grpSpPr>
          <a:xfrm>
            <a:off x="940100" y="2209418"/>
            <a:ext cx="10751893" cy="2288497"/>
            <a:chOff x="1099589" y="1925117"/>
            <a:chExt cx="10751893" cy="2288497"/>
          </a:xfrm>
        </p:grpSpPr>
        <p:sp>
          <p:nvSpPr>
            <p:cNvPr id="52" name="Shape 7">
              <a:extLst>
                <a:ext uri="{FF2B5EF4-FFF2-40B4-BE49-F238E27FC236}">
                  <a16:creationId xmlns:a16="http://schemas.microsoft.com/office/drawing/2014/main" id="{BB17C109-AEDA-D8DE-9B7F-D53752FD7F8D}"/>
                </a:ext>
              </a:extLst>
            </p:cNvPr>
            <p:cNvSpPr/>
            <p:nvPr/>
          </p:nvSpPr>
          <p:spPr>
            <a:xfrm>
              <a:off x="1099589" y="1925119"/>
              <a:ext cx="102001" cy="892509"/>
            </a:xfrm>
            <a:prstGeom prst="rect">
              <a:avLst/>
            </a:prstGeom>
            <a:solidFill>
              <a:srgbClr val="0B57BD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C9ED4BD-341A-3321-BCEB-8E56E30A86FC}"/>
                </a:ext>
              </a:extLst>
            </p:cNvPr>
            <p:cNvGrpSpPr/>
            <p:nvPr/>
          </p:nvGrpSpPr>
          <p:grpSpPr>
            <a:xfrm>
              <a:off x="1439592" y="2116370"/>
              <a:ext cx="510005" cy="510005"/>
              <a:chOff x="822612" y="1708589"/>
              <a:chExt cx="410958" cy="410958"/>
            </a:xfrm>
          </p:grpSpPr>
          <p:sp>
            <p:nvSpPr>
              <p:cNvPr id="55" name="Shape 8">
                <a:extLst>
                  <a:ext uri="{FF2B5EF4-FFF2-40B4-BE49-F238E27FC236}">
                    <a16:creationId xmlns:a16="http://schemas.microsoft.com/office/drawing/2014/main" id="{A52ED032-95AC-17BA-BB69-74A01B06FFD6}"/>
                  </a:ext>
                </a:extLst>
              </p:cNvPr>
              <p:cNvSpPr/>
              <p:nvPr/>
            </p:nvSpPr>
            <p:spPr>
              <a:xfrm>
                <a:off x="822612" y="1708589"/>
                <a:ext cx="410958" cy="410958"/>
              </a:xfrm>
              <a:prstGeom prst="ellipse">
                <a:avLst/>
              </a:prstGeom>
              <a:solidFill>
                <a:srgbClr val="0B57BD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 9">
                <a:extLst>
                  <a:ext uri="{FF2B5EF4-FFF2-40B4-BE49-F238E27FC236}">
                    <a16:creationId xmlns:a16="http://schemas.microsoft.com/office/drawing/2014/main" id="{E934CCEC-682E-BDDB-0375-BF4632EDA72B}"/>
                  </a:ext>
                </a:extLst>
              </p:cNvPr>
              <p:cNvSpPr/>
              <p:nvPr/>
            </p:nvSpPr>
            <p:spPr>
              <a:xfrm>
                <a:off x="922648" y="1798081"/>
                <a:ext cx="210886" cy="2319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</a:t>
                </a:r>
                <a:endParaRPr lang="en-US" sz="220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8243CD8-C5C9-0B58-0A64-EEBAB9D17A98}"/>
                </a:ext>
              </a:extLst>
            </p:cNvPr>
            <p:cNvCxnSpPr>
              <a:cxnSpLocks/>
            </p:cNvCxnSpPr>
            <p:nvPr/>
          </p:nvCxnSpPr>
          <p:spPr>
            <a:xfrm>
              <a:off x="1099589" y="3064521"/>
              <a:ext cx="319798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4EBC3632-7705-A51F-FAF4-1BFB8FAA234D}"/>
                </a:ext>
              </a:extLst>
            </p:cNvPr>
            <p:cNvSpPr/>
            <p:nvPr/>
          </p:nvSpPr>
          <p:spPr>
            <a:xfrm>
              <a:off x="1099589" y="3321105"/>
              <a:ext cx="102001" cy="892509"/>
            </a:xfrm>
            <a:prstGeom prst="rect">
              <a:avLst/>
            </a:prstGeom>
            <a:solidFill>
              <a:srgbClr val="075D4B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F048690-C3D2-D2FE-8AB0-39CF9D4EE050}"/>
                </a:ext>
              </a:extLst>
            </p:cNvPr>
            <p:cNvGrpSpPr/>
            <p:nvPr/>
          </p:nvGrpSpPr>
          <p:grpSpPr>
            <a:xfrm>
              <a:off x="1439592" y="3512356"/>
              <a:ext cx="510005" cy="510005"/>
              <a:chOff x="822612" y="1708589"/>
              <a:chExt cx="410958" cy="410958"/>
            </a:xfrm>
          </p:grpSpPr>
          <p:sp>
            <p:nvSpPr>
              <p:cNvPr id="50" name="Shape 8">
                <a:extLst>
                  <a:ext uri="{FF2B5EF4-FFF2-40B4-BE49-F238E27FC236}">
                    <a16:creationId xmlns:a16="http://schemas.microsoft.com/office/drawing/2014/main" id="{13A29804-134F-122B-DC07-3F457D6157DA}"/>
                  </a:ext>
                </a:extLst>
              </p:cNvPr>
              <p:cNvSpPr/>
              <p:nvPr/>
            </p:nvSpPr>
            <p:spPr>
              <a:xfrm>
                <a:off x="822612" y="1708589"/>
                <a:ext cx="410958" cy="410958"/>
              </a:xfrm>
              <a:prstGeom prst="ellipse">
                <a:avLst/>
              </a:prstGeom>
              <a:solidFill>
                <a:srgbClr val="075D4B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 9">
                <a:extLst>
                  <a:ext uri="{FF2B5EF4-FFF2-40B4-BE49-F238E27FC236}">
                    <a16:creationId xmlns:a16="http://schemas.microsoft.com/office/drawing/2014/main" id="{29DE5BE7-213F-C55B-28B2-AADE4B1C7D1F}"/>
                  </a:ext>
                </a:extLst>
              </p:cNvPr>
              <p:cNvSpPr/>
              <p:nvPr/>
            </p:nvSpPr>
            <p:spPr>
              <a:xfrm>
                <a:off x="922648" y="1798081"/>
                <a:ext cx="210886" cy="2319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</a:t>
                </a:r>
                <a:endParaRPr lang="en-US" sz="2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9D8FD238-0DDB-8375-6277-2B08621F5455}"/>
                </a:ext>
              </a:extLst>
            </p:cNvPr>
            <p:cNvSpPr/>
            <p:nvPr/>
          </p:nvSpPr>
          <p:spPr>
            <a:xfrm>
              <a:off x="4758037" y="3321105"/>
              <a:ext cx="102001" cy="892509"/>
            </a:xfrm>
            <a:prstGeom prst="rect">
              <a:avLst/>
            </a:prstGeom>
            <a:solidFill>
              <a:srgbClr val="06A273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0FDE24E-D061-A53F-AD3A-8071AC26A31C}"/>
                </a:ext>
              </a:extLst>
            </p:cNvPr>
            <p:cNvGrpSpPr/>
            <p:nvPr/>
          </p:nvGrpSpPr>
          <p:grpSpPr>
            <a:xfrm>
              <a:off x="5098040" y="3512356"/>
              <a:ext cx="510005" cy="510005"/>
              <a:chOff x="822612" y="1708589"/>
              <a:chExt cx="410958" cy="410958"/>
            </a:xfrm>
          </p:grpSpPr>
          <p:sp>
            <p:nvSpPr>
              <p:cNvPr id="39" name="Shape 8">
                <a:extLst>
                  <a:ext uri="{FF2B5EF4-FFF2-40B4-BE49-F238E27FC236}">
                    <a16:creationId xmlns:a16="http://schemas.microsoft.com/office/drawing/2014/main" id="{143075FD-ACC6-BCC9-DD99-EE4E724A20DD}"/>
                  </a:ext>
                </a:extLst>
              </p:cNvPr>
              <p:cNvSpPr/>
              <p:nvPr/>
            </p:nvSpPr>
            <p:spPr>
              <a:xfrm>
                <a:off x="822612" y="1708589"/>
                <a:ext cx="410958" cy="410958"/>
              </a:xfrm>
              <a:prstGeom prst="ellipse">
                <a:avLst/>
              </a:prstGeom>
              <a:solidFill>
                <a:srgbClr val="06A273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 9">
                <a:extLst>
                  <a:ext uri="{FF2B5EF4-FFF2-40B4-BE49-F238E27FC236}">
                    <a16:creationId xmlns:a16="http://schemas.microsoft.com/office/drawing/2014/main" id="{373713FF-CC90-5E25-6C0F-AEA89DCDAD51}"/>
                  </a:ext>
                </a:extLst>
              </p:cNvPr>
              <p:cNvSpPr/>
              <p:nvPr/>
            </p:nvSpPr>
            <p:spPr>
              <a:xfrm>
                <a:off x="922648" y="1798081"/>
                <a:ext cx="210886" cy="2319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</a:t>
                </a:r>
                <a:endParaRPr lang="en-US" sz="2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B8F73964-5782-FAF4-9AF6-6EDF1FD9ADE0}"/>
                </a:ext>
              </a:extLst>
            </p:cNvPr>
            <p:cNvSpPr/>
            <p:nvPr/>
          </p:nvSpPr>
          <p:spPr>
            <a:xfrm>
              <a:off x="4758037" y="1925117"/>
              <a:ext cx="102001" cy="892509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AC2785C-049B-FCE1-1975-D56C79D7A278}"/>
                </a:ext>
              </a:extLst>
            </p:cNvPr>
            <p:cNvGrpSpPr/>
            <p:nvPr/>
          </p:nvGrpSpPr>
          <p:grpSpPr>
            <a:xfrm>
              <a:off x="5098040" y="2116368"/>
              <a:ext cx="510005" cy="510005"/>
              <a:chOff x="822612" y="1708589"/>
              <a:chExt cx="410958" cy="410958"/>
            </a:xfrm>
          </p:grpSpPr>
          <p:sp>
            <p:nvSpPr>
              <p:cNvPr id="24" name="Shape 8">
                <a:extLst>
                  <a:ext uri="{FF2B5EF4-FFF2-40B4-BE49-F238E27FC236}">
                    <a16:creationId xmlns:a16="http://schemas.microsoft.com/office/drawing/2014/main" id="{63CFC4D7-AC3A-83E4-E818-6D478D39D2AD}"/>
                  </a:ext>
                </a:extLst>
              </p:cNvPr>
              <p:cNvSpPr/>
              <p:nvPr/>
            </p:nvSpPr>
            <p:spPr>
              <a:xfrm>
                <a:off x="822612" y="1708589"/>
                <a:ext cx="410958" cy="410958"/>
              </a:xfrm>
              <a:prstGeom prst="ellipse">
                <a:avLst/>
              </a:prstGeom>
              <a:solidFill>
                <a:srgbClr val="00206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 9">
                <a:extLst>
                  <a:ext uri="{FF2B5EF4-FFF2-40B4-BE49-F238E27FC236}">
                    <a16:creationId xmlns:a16="http://schemas.microsoft.com/office/drawing/2014/main" id="{C1FE3AB8-C17F-CFC0-132C-04B7FB0D0D54}"/>
                  </a:ext>
                </a:extLst>
              </p:cNvPr>
              <p:cNvSpPr/>
              <p:nvPr/>
            </p:nvSpPr>
            <p:spPr>
              <a:xfrm>
                <a:off x="922648" y="1798081"/>
                <a:ext cx="210886" cy="2319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</a:t>
                </a:r>
                <a:endParaRPr lang="en-US" sz="220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3D2A4BD-DE2A-8EB1-03C9-B923803A3E6A}"/>
                </a:ext>
              </a:extLst>
            </p:cNvPr>
            <p:cNvCxnSpPr>
              <a:cxnSpLocks/>
            </p:cNvCxnSpPr>
            <p:nvPr/>
          </p:nvCxnSpPr>
          <p:spPr>
            <a:xfrm>
              <a:off x="4758037" y="3064521"/>
              <a:ext cx="319798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Shape 7">
              <a:extLst>
                <a:ext uri="{FF2B5EF4-FFF2-40B4-BE49-F238E27FC236}">
                  <a16:creationId xmlns:a16="http://schemas.microsoft.com/office/drawing/2014/main" id="{64357D4E-548B-BBCA-6BFC-C8B1D5F0695E}"/>
                </a:ext>
              </a:extLst>
            </p:cNvPr>
            <p:cNvSpPr/>
            <p:nvPr/>
          </p:nvSpPr>
          <p:spPr>
            <a:xfrm>
              <a:off x="8454433" y="3321105"/>
              <a:ext cx="102001" cy="892509"/>
            </a:xfrm>
            <a:prstGeom prst="rect">
              <a:avLst/>
            </a:prstGeom>
            <a:solidFill>
              <a:srgbClr val="91D608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5C1750D-7C5A-7FD2-2C2F-C9C501CA0F42}"/>
                </a:ext>
              </a:extLst>
            </p:cNvPr>
            <p:cNvGrpSpPr/>
            <p:nvPr/>
          </p:nvGrpSpPr>
          <p:grpSpPr>
            <a:xfrm>
              <a:off x="8794436" y="3512356"/>
              <a:ext cx="510005" cy="510005"/>
              <a:chOff x="822612" y="1708589"/>
              <a:chExt cx="410958" cy="410958"/>
            </a:xfrm>
          </p:grpSpPr>
          <p:sp>
            <p:nvSpPr>
              <p:cNvPr id="61" name="Shape 8">
                <a:extLst>
                  <a:ext uri="{FF2B5EF4-FFF2-40B4-BE49-F238E27FC236}">
                    <a16:creationId xmlns:a16="http://schemas.microsoft.com/office/drawing/2014/main" id="{199EC6DC-35E2-5F2F-4F68-A6D311838D75}"/>
                  </a:ext>
                </a:extLst>
              </p:cNvPr>
              <p:cNvSpPr/>
              <p:nvPr/>
            </p:nvSpPr>
            <p:spPr>
              <a:xfrm>
                <a:off x="822612" y="1708589"/>
                <a:ext cx="410958" cy="410958"/>
              </a:xfrm>
              <a:prstGeom prst="ellipse">
                <a:avLst/>
              </a:prstGeom>
              <a:solidFill>
                <a:srgbClr val="91D60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 9">
                <a:extLst>
                  <a:ext uri="{FF2B5EF4-FFF2-40B4-BE49-F238E27FC236}">
                    <a16:creationId xmlns:a16="http://schemas.microsoft.com/office/drawing/2014/main" id="{8F0EEFF4-BB29-E2A7-DEE1-CE70847C4470}"/>
                  </a:ext>
                </a:extLst>
              </p:cNvPr>
              <p:cNvSpPr/>
              <p:nvPr/>
            </p:nvSpPr>
            <p:spPr>
              <a:xfrm>
                <a:off x="922648" y="1798081"/>
                <a:ext cx="210886" cy="2319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>
                    <a:solidFill>
                      <a:srgbClr val="06221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6</a:t>
                </a:r>
                <a:endParaRPr lang="en-US" sz="2200">
                  <a:solidFill>
                    <a:srgbClr val="06221C"/>
                  </a:solidFill>
                </a:endParaRPr>
              </a:p>
            </p:txBody>
          </p:sp>
        </p:grpSp>
        <p:sp>
          <p:nvSpPr>
            <p:cNvPr id="64" name="Shape 7">
              <a:extLst>
                <a:ext uri="{FF2B5EF4-FFF2-40B4-BE49-F238E27FC236}">
                  <a16:creationId xmlns:a16="http://schemas.microsoft.com/office/drawing/2014/main" id="{EC99AAFE-7F86-9EAE-40CF-A959C501E5F7}"/>
                </a:ext>
              </a:extLst>
            </p:cNvPr>
            <p:cNvSpPr/>
            <p:nvPr/>
          </p:nvSpPr>
          <p:spPr>
            <a:xfrm>
              <a:off x="8454433" y="1925117"/>
              <a:ext cx="102001" cy="892509"/>
            </a:xfrm>
            <a:prstGeom prst="rect">
              <a:avLst/>
            </a:prstGeom>
            <a:solidFill>
              <a:srgbClr val="084088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83C9E97-B1F9-B77C-B88D-7E8D4F16E058}"/>
                </a:ext>
              </a:extLst>
            </p:cNvPr>
            <p:cNvGrpSpPr/>
            <p:nvPr/>
          </p:nvGrpSpPr>
          <p:grpSpPr>
            <a:xfrm>
              <a:off x="8794436" y="2116368"/>
              <a:ext cx="510005" cy="510005"/>
              <a:chOff x="822612" y="1708589"/>
              <a:chExt cx="410958" cy="410958"/>
            </a:xfrm>
          </p:grpSpPr>
          <p:sp>
            <p:nvSpPr>
              <p:cNvPr id="67" name="Shape 8">
                <a:extLst>
                  <a:ext uri="{FF2B5EF4-FFF2-40B4-BE49-F238E27FC236}">
                    <a16:creationId xmlns:a16="http://schemas.microsoft.com/office/drawing/2014/main" id="{E8B32E72-F350-48D2-DAB0-E68E566275B8}"/>
                  </a:ext>
                </a:extLst>
              </p:cNvPr>
              <p:cNvSpPr/>
              <p:nvPr/>
            </p:nvSpPr>
            <p:spPr>
              <a:xfrm>
                <a:off x="822612" y="1708589"/>
                <a:ext cx="410958" cy="410958"/>
              </a:xfrm>
              <a:prstGeom prst="ellipse">
                <a:avLst/>
              </a:prstGeom>
              <a:solidFill>
                <a:srgbClr val="08408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 9">
                <a:extLst>
                  <a:ext uri="{FF2B5EF4-FFF2-40B4-BE49-F238E27FC236}">
                    <a16:creationId xmlns:a16="http://schemas.microsoft.com/office/drawing/2014/main" id="{3BA34B8B-F203-D5A9-B204-0DBB1E6775BE}"/>
                  </a:ext>
                </a:extLst>
              </p:cNvPr>
              <p:cNvSpPr/>
              <p:nvPr/>
            </p:nvSpPr>
            <p:spPr>
              <a:xfrm>
                <a:off x="922648" y="1798081"/>
                <a:ext cx="210886" cy="2319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</a:t>
                </a:r>
                <a:endParaRPr lang="en-US" sz="220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3746D8B-69CA-0CE1-AE9B-527AF064B150}"/>
                </a:ext>
              </a:extLst>
            </p:cNvPr>
            <p:cNvCxnSpPr>
              <a:cxnSpLocks/>
            </p:cNvCxnSpPr>
            <p:nvPr/>
          </p:nvCxnSpPr>
          <p:spPr>
            <a:xfrm>
              <a:off x="8454433" y="3064521"/>
              <a:ext cx="319798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A396391-1290-26BA-D7CF-911913C1ADE9}"/>
                </a:ext>
              </a:extLst>
            </p:cNvPr>
            <p:cNvGrpSpPr/>
            <p:nvPr/>
          </p:nvGrpSpPr>
          <p:grpSpPr>
            <a:xfrm>
              <a:off x="2010944" y="2066224"/>
              <a:ext cx="2293231" cy="638636"/>
              <a:chOff x="1970018" y="2066224"/>
              <a:chExt cx="2293231" cy="638636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B3F340-1826-37C5-7420-A34939BD7522}"/>
                  </a:ext>
                </a:extLst>
              </p:cNvPr>
              <p:cNvSpPr txBox="1"/>
              <p:nvPr/>
            </p:nvSpPr>
            <p:spPr>
              <a:xfrm>
                <a:off x="1970018" y="2066224"/>
                <a:ext cx="2293231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1100" b="1">
                    <a:solidFill>
                      <a:srgbClr val="2B2D42"/>
                    </a:solidFill>
                  </a:defRPr>
                </a:pPr>
                <a:r>
                  <a:rPr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Specs-Driven Architecture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AAFCEB-44E6-5CAF-AF4E-FECD5A6C63AA}"/>
                  </a:ext>
                </a:extLst>
              </p:cNvPr>
              <p:cNvSpPr txBox="1"/>
              <p:nvPr/>
            </p:nvSpPr>
            <p:spPr>
              <a:xfrm>
                <a:off x="1970019" y="2335528"/>
                <a:ext cx="2148840" cy="3693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900">
                    <a:solidFill>
                      <a:srgbClr val="8B8B8B"/>
                    </a:solidFill>
                  </a:defRPr>
                </a:pPr>
                <a:r>
                  <a: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Let JSON/YAML specs drive infrastructure, not manual clicks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763317-C771-43D7-FD64-0178398C3625}"/>
                </a:ext>
              </a:extLst>
            </p:cNvPr>
            <p:cNvSpPr txBox="1"/>
            <p:nvPr/>
          </p:nvSpPr>
          <p:spPr>
            <a:xfrm>
              <a:off x="5711782" y="2066224"/>
              <a:ext cx="2148840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100" b="1">
                  <a:solidFill>
                    <a:srgbClr val="2B2D42"/>
                  </a:solidFill>
                </a:defRPr>
              </a:pPr>
              <a:r>
                <a: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AI Agents as Builders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157330-10E1-3956-9F37-AEEBE6A1A3F9}"/>
                </a:ext>
              </a:extLst>
            </p:cNvPr>
            <p:cNvSpPr txBox="1"/>
            <p:nvPr/>
          </p:nvSpPr>
          <p:spPr>
            <a:xfrm>
              <a:off x="5711782" y="2333582"/>
              <a:ext cx="2148840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900">
                  <a:solidFill>
                    <a:srgbClr val="8B8B8B"/>
                  </a:solidFill>
                </a:defRPr>
              </a:pPr>
              <a:r>
                <a:rPr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Agents (Claude, Copilot) can generate production code &amp; infrastructure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4413A6A-1782-020A-165E-B8D563A9A90B}"/>
                </a:ext>
              </a:extLst>
            </p:cNvPr>
            <p:cNvSpPr txBox="1"/>
            <p:nvPr/>
          </p:nvSpPr>
          <p:spPr>
            <a:xfrm>
              <a:off x="9405041" y="2076579"/>
              <a:ext cx="2446441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100" b="1">
                  <a:solidFill>
                    <a:srgbClr val="2B2D42"/>
                  </a:solidFill>
                </a:defRPr>
              </a:pPr>
              <a:r>
                <a: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Speed = Competitive Edge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9D91094-E214-B5CD-7963-6CCF56CAAAF3}"/>
                </a:ext>
              </a:extLst>
            </p:cNvPr>
            <p:cNvSpPr txBox="1"/>
            <p:nvPr/>
          </p:nvSpPr>
          <p:spPr>
            <a:xfrm>
              <a:off x="9405042" y="2343937"/>
              <a:ext cx="2148840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900">
                  <a:solidFill>
                    <a:srgbClr val="8B8B8B"/>
                  </a:solidFill>
                </a:defRPr>
              </a:pPr>
              <a:r>
                <a:rPr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90 minutes for what took </a:t>
              </a:r>
              <a:br>
                <a:rPr lang="en-IN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 months—release more frequently</a:t>
              </a: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6792A4F-6197-94FE-97C4-8F272CD0D5E9}"/>
                </a:ext>
              </a:extLst>
            </p:cNvPr>
            <p:cNvGrpSpPr/>
            <p:nvPr/>
          </p:nvGrpSpPr>
          <p:grpSpPr>
            <a:xfrm>
              <a:off x="2073743" y="3424183"/>
              <a:ext cx="2148840" cy="636660"/>
              <a:chOff x="2073743" y="3424183"/>
              <a:chExt cx="2148840" cy="636660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4DF341E-EA95-E0A3-7E79-0BCF70C12137}"/>
                  </a:ext>
                </a:extLst>
              </p:cNvPr>
              <p:cNvSpPr txBox="1"/>
              <p:nvPr/>
            </p:nvSpPr>
            <p:spPr>
              <a:xfrm>
                <a:off x="2073743" y="3424183"/>
                <a:ext cx="214884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1100" b="1">
                    <a:solidFill>
                      <a:srgbClr val="2B2D42"/>
                    </a:solidFill>
                  </a:defRPr>
                </a:pPr>
                <a:r>
                  <a:rPr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Quality Built-In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2BA192B-2993-42FF-B5AA-E5DA84394BC5}"/>
                  </a:ext>
                </a:extLst>
              </p:cNvPr>
              <p:cNvSpPr txBox="1"/>
              <p:nvPr/>
            </p:nvSpPr>
            <p:spPr>
              <a:xfrm>
                <a:off x="2073743" y="3691511"/>
                <a:ext cx="2148840" cy="3693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900">
                    <a:solidFill>
                      <a:srgbClr val="8B8B8B"/>
                    </a:solidFill>
                  </a:defRPr>
                </a:pPr>
                <a:r>
                  <a: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Automated SLA checks prevent bad data from reaching users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6092DCC-E4F2-6B27-6B6C-F12CD31D2A21}"/>
                </a:ext>
              </a:extLst>
            </p:cNvPr>
            <p:cNvGrpSpPr/>
            <p:nvPr/>
          </p:nvGrpSpPr>
          <p:grpSpPr>
            <a:xfrm>
              <a:off x="5711782" y="3424183"/>
              <a:ext cx="2148840" cy="636660"/>
              <a:chOff x="5711782" y="3424183"/>
              <a:chExt cx="2148840" cy="63666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7E0DA01-2036-8C0C-649C-CB3FB0A239F8}"/>
                  </a:ext>
                </a:extLst>
              </p:cNvPr>
              <p:cNvSpPr txBox="1"/>
              <p:nvPr/>
            </p:nvSpPr>
            <p:spPr>
              <a:xfrm>
                <a:off x="5711782" y="3424183"/>
                <a:ext cx="214884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1100" b="1">
                    <a:solidFill>
                      <a:srgbClr val="2B2D42"/>
                    </a:solidFill>
                  </a:defRPr>
                </a:pPr>
                <a:r>
                  <a:rPr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Reproducibility &amp; Audit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0EABBF8-77BA-8190-5FE3-B01DFFD5ABC8}"/>
                  </a:ext>
                </a:extLst>
              </p:cNvPr>
              <p:cNvSpPr txBox="1"/>
              <p:nvPr/>
            </p:nvSpPr>
            <p:spPr>
              <a:xfrm>
                <a:off x="5711782" y="3691511"/>
                <a:ext cx="2148840" cy="3693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900">
                    <a:solidFill>
                      <a:srgbClr val="8B8B8B"/>
                    </a:solidFill>
                  </a:defRPr>
                </a:pPr>
                <a:r>
                  <a: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Every build is repeatable, tracked in Git, auditable end-to-end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28477FE1-CA25-0A8F-2736-1A27D26325D8}"/>
                </a:ext>
              </a:extLst>
            </p:cNvPr>
            <p:cNvGrpSpPr/>
            <p:nvPr/>
          </p:nvGrpSpPr>
          <p:grpSpPr>
            <a:xfrm>
              <a:off x="9405042" y="3424183"/>
              <a:ext cx="2148840" cy="636660"/>
              <a:chOff x="9405042" y="3424183"/>
              <a:chExt cx="2148840" cy="636660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15AF62C-D4A3-61C0-F93C-6D45D86C3BD8}"/>
                  </a:ext>
                </a:extLst>
              </p:cNvPr>
              <p:cNvSpPr txBox="1"/>
              <p:nvPr/>
            </p:nvSpPr>
            <p:spPr>
              <a:xfrm>
                <a:off x="9405042" y="3424183"/>
                <a:ext cx="214884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1100" b="1">
                    <a:solidFill>
                      <a:srgbClr val="2B2D42"/>
                    </a:solidFill>
                  </a:defRPr>
                </a:pPr>
                <a:r>
                  <a:rPr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Teams &gt; Tools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2E5A4DF-8CD8-EF26-EE4A-543B4060A6B7}"/>
                  </a:ext>
                </a:extLst>
              </p:cNvPr>
              <p:cNvSpPr txBox="1"/>
              <p:nvPr/>
            </p:nvSpPr>
            <p:spPr>
              <a:xfrm>
                <a:off x="9405042" y="3691511"/>
                <a:ext cx="2148840" cy="3693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900">
                    <a:solidFill>
                      <a:srgbClr val="8B8B8B"/>
                    </a:solidFill>
                  </a:defRPr>
                </a:pPr>
                <a:r>
                  <a:rPr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70% of engineer time now spent on innovation, not operations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975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9B4D-96FE-3020-7E5E-A30F0B26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C94DD69-82C8-8E5B-8BDE-D0EC9AC5263C}"/>
              </a:ext>
            </a:extLst>
          </p:cNvPr>
          <p:cNvSpPr txBox="1"/>
          <p:nvPr/>
        </p:nvSpPr>
        <p:spPr>
          <a:xfrm flipH="1">
            <a:off x="421585" y="382848"/>
            <a:ext cx="7414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Engineering Principle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FEE77-2E8D-910D-3A6D-24CC369B4F92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26C2E-7C95-8803-81EC-D0F70206BADC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BBDFDA-3BF0-C245-9CAD-B8FD2D71691D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3C66DC-8AB3-62BB-0255-FB8C775402FC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CCFCE6-912D-CEDE-C7BF-B1D762B16849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A29BAD-8AA5-FE3B-10C6-7CE97BB03808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AE35B2-4CA9-AFD8-102A-BB12830F4A0F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53BA91D8-0D8F-716C-72DB-AB718FC56932}"/>
              </a:ext>
            </a:extLst>
          </p:cNvPr>
          <p:cNvSpPr/>
          <p:nvPr/>
        </p:nvSpPr>
        <p:spPr>
          <a:xfrm>
            <a:off x="1725530" y="2201381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2E1FD5C-F57F-A389-A8EB-3D7662B03318}"/>
              </a:ext>
            </a:extLst>
          </p:cNvPr>
          <p:cNvSpPr/>
          <p:nvPr/>
        </p:nvSpPr>
        <p:spPr>
          <a:xfrm>
            <a:off x="2184547" y="2201381"/>
            <a:ext cx="258606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efine Specifications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97398E25-0F41-EFBE-DB35-15C53D5485F3}"/>
              </a:ext>
            </a:extLst>
          </p:cNvPr>
          <p:cNvSpPr/>
          <p:nvPr/>
        </p:nvSpPr>
        <p:spPr>
          <a:xfrm>
            <a:off x="6303248" y="2195220"/>
            <a:ext cx="1707278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arness MCP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1631C67-62EE-5C1F-EB9F-A60ADDA938E7}"/>
              </a:ext>
            </a:extLst>
          </p:cNvPr>
          <p:cNvSpPr/>
          <p:nvPr/>
        </p:nvSpPr>
        <p:spPr>
          <a:xfrm>
            <a:off x="5846165" y="2201381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2978701A-73D5-B30F-1DA3-3D0C21585CC6}"/>
              </a:ext>
            </a:extLst>
          </p:cNvPr>
          <p:cNvSpPr/>
          <p:nvPr/>
        </p:nvSpPr>
        <p:spPr>
          <a:xfrm>
            <a:off x="6284196" y="2735056"/>
            <a:ext cx="2497852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efine Iteratively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6046AEC0-171A-EDB1-5FF0-FB303A81ADB9}"/>
              </a:ext>
            </a:extLst>
          </p:cNvPr>
          <p:cNvSpPr/>
          <p:nvPr/>
        </p:nvSpPr>
        <p:spPr>
          <a:xfrm>
            <a:off x="5846165" y="2741217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712AE87-3EC3-4492-D0F4-87B066F03A68}"/>
              </a:ext>
            </a:extLst>
          </p:cNvPr>
          <p:cNvSpPr/>
          <p:nvPr/>
        </p:nvSpPr>
        <p:spPr>
          <a:xfrm>
            <a:off x="6303247" y="3275823"/>
            <a:ext cx="414091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avigate with Intelligence (Power BI)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D4214C94-2D2B-6E73-42E0-E16377F2EFC0}"/>
              </a:ext>
            </a:extLst>
          </p:cNvPr>
          <p:cNvSpPr/>
          <p:nvPr/>
        </p:nvSpPr>
        <p:spPr>
          <a:xfrm>
            <a:off x="5846165" y="3281984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44F7AB58-F580-ABED-FC7E-FAA187EB61A4}"/>
              </a:ext>
            </a:extLst>
          </p:cNvPr>
          <p:cNvSpPr/>
          <p:nvPr/>
        </p:nvSpPr>
        <p:spPr>
          <a:xfrm>
            <a:off x="6303247" y="3818561"/>
            <a:ext cx="414091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eploy with GitHub Actions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994CED9A-B088-EA75-E67A-C0344F2E2FA3}"/>
              </a:ext>
            </a:extLst>
          </p:cNvPr>
          <p:cNvSpPr/>
          <p:nvPr/>
        </p:nvSpPr>
        <p:spPr>
          <a:xfrm>
            <a:off x="5846165" y="3824722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301262E2-4FA2-18D6-4B3C-7D04DDE88EE4}"/>
              </a:ext>
            </a:extLst>
          </p:cNvPr>
          <p:cNvSpPr/>
          <p:nvPr/>
        </p:nvSpPr>
        <p:spPr>
          <a:xfrm>
            <a:off x="6284195" y="4361499"/>
            <a:ext cx="414091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ealize Business Value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CC3C4463-3BCE-22A2-BEDF-FBBC079CCE07}"/>
              </a:ext>
            </a:extLst>
          </p:cNvPr>
          <p:cNvSpPr/>
          <p:nvPr/>
        </p:nvSpPr>
        <p:spPr>
          <a:xfrm>
            <a:off x="5846165" y="4367660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42E8BFE4-CE0F-002D-96C9-F1821E0FE38D}"/>
              </a:ext>
            </a:extLst>
          </p:cNvPr>
          <p:cNvSpPr/>
          <p:nvPr/>
        </p:nvSpPr>
        <p:spPr>
          <a:xfrm>
            <a:off x="2163560" y="4364967"/>
            <a:ext cx="414091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Orchestrator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DE9F65CE-CA00-4AA9-3063-9CFA24AB3542}"/>
              </a:ext>
            </a:extLst>
          </p:cNvPr>
          <p:cNvSpPr/>
          <p:nvPr/>
        </p:nvSpPr>
        <p:spPr>
          <a:xfrm>
            <a:off x="1725530" y="4371128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71D7B2D6-7616-1AA7-CC6A-89D832AA322F}"/>
              </a:ext>
            </a:extLst>
          </p:cNvPr>
          <p:cNvSpPr/>
          <p:nvPr/>
        </p:nvSpPr>
        <p:spPr>
          <a:xfrm>
            <a:off x="2178800" y="3816827"/>
            <a:ext cx="414091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armonize Workflows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DDFE5C91-DA90-4D77-97B7-4280F27EA054}"/>
              </a:ext>
            </a:extLst>
          </p:cNvPr>
          <p:cNvSpPr/>
          <p:nvPr/>
        </p:nvSpPr>
        <p:spPr>
          <a:xfrm>
            <a:off x="1725530" y="3822988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6" name="Text 10">
            <a:extLst>
              <a:ext uri="{FF2B5EF4-FFF2-40B4-BE49-F238E27FC236}">
                <a16:creationId xmlns:a16="http://schemas.microsoft.com/office/drawing/2014/main" id="{077F38D4-5F41-8A84-F4E5-910797038439}"/>
              </a:ext>
            </a:extLst>
          </p:cNvPr>
          <p:cNvSpPr/>
          <p:nvPr/>
        </p:nvSpPr>
        <p:spPr>
          <a:xfrm>
            <a:off x="2163560" y="3282307"/>
            <a:ext cx="414091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ssign AI Agents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A7D3733A-8C85-1D17-22EA-843C50698381}"/>
              </a:ext>
            </a:extLst>
          </p:cNvPr>
          <p:cNvSpPr/>
          <p:nvPr/>
        </p:nvSpPr>
        <p:spPr>
          <a:xfrm>
            <a:off x="1725530" y="3288468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" name="Text 10">
            <a:extLst>
              <a:ext uri="{FF2B5EF4-FFF2-40B4-BE49-F238E27FC236}">
                <a16:creationId xmlns:a16="http://schemas.microsoft.com/office/drawing/2014/main" id="{20519544-BD14-EDAF-B53C-BE5FDAFF4E32}"/>
              </a:ext>
            </a:extLst>
          </p:cNvPr>
          <p:cNvSpPr/>
          <p:nvPr/>
        </p:nvSpPr>
        <p:spPr>
          <a:xfrm>
            <a:off x="2178800" y="2741217"/>
            <a:ext cx="4140917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nderstand Context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6" name="Text 10">
            <a:extLst>
              <a:ext uri="{FF2B5EF4-FFF2-40B4-BE49-F238E27FC236}">
                <a16:creationId xmlns:a16="http://schemas.microsoft.com/office/drawing/2014/main" id="{63C898C2-239D-AD04-B0F8-89B5ECD08B62}"/>
              </a:ext>
            </a:extLst>
          </p:cNvPr>
          <p:cNvSpPr/>
          <p:nvPr/>
        </p:nvSpPr>
        <p:spPr>
          <a:xfrm>
            <a:off x="1725530" y="2747378"/>
            <a:ext cx="52205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4400" indent="-284400" fontAlgn="t">
              <a:buClr>
                <a:srgbClr val="91D608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endParaRPr lang="en-IN" sz="200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05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8" grpId="0" animBg="1"/>
      <p:bldP spid="30" grpId="0" animBg="1"/>
      <p:bldP spid="36" grpId="0" animBg="1"/>
      <p:bldP spid="38" grpId="0" animBg="1"/>
      <p:bldP spid="42" grpId="0" animBg="1"/>
      <p:bldP spid="44" grpId="0" animBg="1"/>
      <p:bldP spid="48" grpId="0" animBg="1"/>
      <p:bldP spid="50" grpId="0" animBg="1"/>
      <p:bldP spid="54" grpId="0" animBg="1"/>
      <p:bldP spid="56" grpId="0" animBg="1"/>
      <p:bldP spid="60" grpId="0" animBg="1"/>
      <p:bldP spid="62" grpId="0" animBg="1"/>
      <p:bldP spid="66" grpId="0" animBg="1"/>
      <p:bldP spid="68" grpId="0" animBg="1"/>
      <p:bldP spid="76" grpId="0" animBg="1"/>
      <p:bldP spid="78" grpId="0" animBg="1"/>
      <p:bldP spid="84" grpId="0" animBg="1"/>
      <p:bldP spid="8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A846-0DD6-DFD4-39FE-F784276B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C55FC971-01E4-1185-26F0-D9C128C71061}"/>
              </a:ext>
            </a:extLst>
          </p:cNvPr>
          <p:cNvSpPr/>
          <p:nvPr/>
        </p:nvSpPr>
        <p:spPr>
          <a:xfrm>
            <a:off x="3478044" y="1629085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7C1A4D-B56F-9EAB-7B55-BAA8A6C5F1FD}"/>
              </a:ext>
            </a:extLst>
          </p:cNvPr>
          <p:cNvSpPr txBox="1"/>
          <p:nvPr/>
        </p:nvSpPr>
        <p:spPr>
          <a:xfrm flipH="1">
            <a:off x="421585" y="382848"/>
            <a:ext cx="7414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Engineering Principle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0AEFDB-AF69-49B3-142B-6D7D8A4D0C87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3BA02D-D996-57A4-584E-C0654330AA58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3BFE6B-F076-73BD-B5A5-BB4B49111221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D10136-8687-7C4B-270E-A3B7B4B66152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CE9AB5-9B43-32BB-A935-F849DEF5B62F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F198F7-0155-B22C-14BE-6135CB7B2DCF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052FD-E260-EBC7-3815-6488AE9B84EF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4144A8F3-DFBE-1B17-98D4-2114401FAB8A}"/>
              </a:ext>
            </a:extLst>
          </p:cNvPr>
          <p:cNvSpPr/>
          <p:nvPr/>
        </p:nvSpPr>
        <p:spPr>
          <a:xfrm>
            <a:off x="3680063" y="1629085"/>
            <a:ext cx="3154811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efine Specifications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EB2039D7-1EC4-9587-02F7-062F1141E9C8}"/>
              </a:ext>
            </a:extLst>
          </p:cNvPr>
          <p:cNvSpPr/>
          <p:nvPr/>
        </p:nvSpPr>
        <p:spPr>
          <a:xfrm>
            <a:off x="3680063" y="2086610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arness MCP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A403A5FD-19ED-7393-0D12-8309ED2FC898}"/>
              </a:ext>
            </a:extLst>
          </p:cNvPr>
          <p:cNvSpPr/>
          <p:nvPr/>
        </p:nvSpPr>
        <p:spPr>
          <a:xfrm>
            <a:off x="3680063" y="2544136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nderstand Context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3A4AA6FF-BD45-4737-8769-EE3C8D0FE5EF}"/>
              </a:ext>
            </a:extLst>
          </p:cNvPr>
          <p:cNvSpPr/>
          <p:nvPr/>
        </p:nvSpPr>
        <p:spPr>
          <a:xfrm>
            <a:off x="3680063" y="3001661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efine Iteratively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741209E-F3B1-44C0-F811-F5638E2D8682}"/>
              </a:ext>
            </a:extLst>
          </p:cNvPr>
          <p:cNvSpPr/>
          <p:nvPr/>
        </p:nvSpPr>
        <p:spPr>
          <a:xfrm>
            <a:off x="3680063" y="3459186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ssign AI Agents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259A573B-5D99-DAD8-5BC7-F14EF559B254}"/>
              </a:ext>
            </a:extLst>
          </p:cNvPr>
          <p:cNvSpPr/>
          <p:nvPr/>
        </p:nvSpPr>
        <p:spPr>
          <a:xfrm>
            <a:off x="3680063" y="3916712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avigate with Intelligence (Power BI)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A985CA7-114A-82AE-25D4-0855F8F07B7B}"/>
              </a:ext>
            </a:extLst>
          </p:cNvPr>
          <p:cNvSpPr/>
          <p:nvPr/>
        </p:nvSpPr>
        <p:spPr>
          <a:xfrm>
            <a:off x="3680063" y="4374237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eploy with GitHub Actions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6188309-D3F8-3963-0F0A-4B6FDFE9AF46}"/>
              </a:ext>
            </a:extLst>
          </p:cNvPr>
          <p:cNvSpPr/>
          <p:nvPr/>
        </p:nvSpPr>
        <p:spPr>
          <a:xfrm>
            <a:off x="3680063" y="4831762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armonize Workflows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E413A07-FBB6-529F-97FC-E131081B007D}"/>
              </a:ext>
            </a:extLst>
          </p:cNvPr>
          <p:cNvSpPr/>
          <p:nvPr/>
        </p:nvSpPr>
        <p:spPr>
          <a:xfrm>
            <a:off x="3680063" y="5289287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Orchestrator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63438E6-CDC3-2DDB-4E3C-3372A33B05B4}"/>
              </a:ext>
            </a:extLst>
          </p:cNvPr>
          <p:cNvSpPr/>
          <p:nvPr/>
        </p:nvSpPr>
        <p:spPr>
          <a:xfrm>
            <a:off x="3680063" y="5746808"/>
            <a:ext cx="5364869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ealize Business Value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9F5A1E59-638E-5B8C-E3AE-3A2117CDAD1D}"/>
              </a:ext>
            </a:extLst>
          </p:cNvPr>
          <p:cNvSpPr/>
          <p:nvPr/>
        </p:nvSpPr>
        <p:spPr>
          <a:xfrm>
            <a:off x="3478044" y="2086610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CDC87D8C-D683-FC10-C14B-9A36DF28FE7E}"/>
              </a:ext>
            </a:extLst>
          </p:cNvPr>
          <p:cNvSpPr/>
          <p:nvPr/>
        </p:nvSpPr>
        <p:spPr>
          <a:xfrm>
            <a:off x="3478044" y="2544136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09DDCCCC-AECF-30C8-0CEE-75C9AE591311}"/>
              </a:ext>
            </a:extLst>
          </p:cNvPr>
          <p:cNvSpPr/>
          <p:nvPr/>
        </p:nvSpPr>
        <p:spPr>
          <a:xfrm>
            <a:off x="3478044" y="3001661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249ECD-1948-1C78-C329-4442220C0573}"/>
              </a:ext>
            </a:extLst>
          </p:cNvPr>
          <p:cNvSpPr/>
          <p:nvPr/>
        </p:nvSpPr>
        <p:spPr>
          <a:xfrm>
            <a:off x="3478044" y="3459186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54F6C86-8DF0-866E-C754-A4172631D555}"/>
              </a:ext>
            </a:extLst>
          </p:cNvPr>
          <p:cNvSpPr/>
          <p:nvPr/>
        </p:nvSpPr>
        <p:spPr>
          <a:xfrm>
            <a:off x="3478044" y="3916712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62FA8F7-778E-6288-2B7F-D9286A9A9817}"/>
              </a:ext>
            </a:extLst>
          </p:cNvPr>
          <p:cNvSpPr/>
          <p:nvPr/>
        </p:nvSpPr>
        <p:spPr>
          <a:xfrm>
            <a:off x="3478044" y="4374237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E6B29665-E846-C524-C11D-4FD57F61CAA8}"/>
              </a:ext>
            </a:extLst>
          </p:cNvPr>
          <p:cNvSpPr/>
          <p:nvPr/>
        </p:nvSpPr>
        <p:spPr>
          <a:xfrm>
            <a:off x="3478044" y="4831762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8602614-6638-B62B-3996-2C1A83F078A6}"/>
              </a:ext>
            </a:extLst>
          </p:cNvPr>
          <p:cNvSpPr/>
          <p:nvPr/>
        </p:nvSpPr>
        <p:spPr>
          <a:xfrm>
            <a:off x="3478044" y="5289287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B4B6E64-1A84-2CDB-FD0A-C26450428C9D}"/>
              </a:ext>
            </a:extLst>
          </p:cNvPr>
          <p:cNvSpPr/>
          <p:nvPr/>
        </p:nvSpPr>
        <p:spPr>
          <a:xfrm>
            <a:off x="3478044" y="5746808"/>
            <a:ext cx="202020" cy="29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20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endParaRPr lang="en-IN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Dhurandhar_1">
            <a:hlinkClick r:id="" action="ppaction://media"/>
            <a:extLst>
              <a:ext uri="{FF2B5EF4-FFF2-40B4-BE49-F238E27FC236}">
                <a16:creationId xmlns:a16="http://schemas.microsoft.com/office/drawing/2014/main" id="{98ADB140-3840-15B1-133C-CA056CD5BE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38440" y="61263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27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4790">
        <p159:morph option="byObject"/>
      </p:transition>
    </mc:Choice>
    <mc:Fallback xmlns="">
      <p:transition spd="slow" advClick="0" advTm="47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mute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62D89A-E7CB-1F0B-4722-42F510AB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712658C-20E3-2859-912A-8AD8F9982BDC}"/>
              </a:ext>
            </a:extLst>
          </p:cNvPr>
          <p:cNvSpPr/>
          <p:nvPr/>
        </p:nvSpPr>
        <p:spPr>
          <a:xfrm>
            <a:off x="1382222" y="2344015"/>
            <a:ext cx="9427556" cy="1956391"/>
          </a:xfrm>
          <a:prstGeom prst="roundRect">
            <a:avLst>
              <a:gd name="adj" fmla="val 13064"/>
            </a:avLst>
          </a:prstGeom>
          <a:blipFill dpi="0" rotWithShape="1">
            <a:blip r:embed="rId4">
              <a:alphaModFix amt="0"/>
            </a:blip>
            <a:srcRect/>
            <a:stretch>
              <a:fillRect/>
            </a:stretch>
          </a:blipFill>
          <a:ln>
            <a:solidFill>
              <a:srgbClr val="075D4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BB4E62-F4CA-D901-5412-2F7488D3ED05}"/>
              </a:ext>
            </a:extLst>
          </p:cNvPr>
          <p:cNvSpPr txBox="1"/>
          <p:nvPr/>
        </p:nvSpPr>
        <p:spPr>
          <a:xfrm flipH="1">
            <a:off x="421585" y="382848"/>
            <a:ext cx="7414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Engineering Principle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ED528-B712-5D4D-09CD-B2DF7C6CA26F}"/>
              </a:ext>
            </a:extLst>
          </p:cNvPr>
          <p:cNvSpPr/>
          <p:nvPr/>
        </p:nvSpPr>
        <p:spPr>
          <a:xfrm flipV="1">
            <a:off x="-1774290" y="1471328"/>
            <a:ext cx="453789" cy="453789"/>
          </a:xfrm>
          <a:prstGeom prst="rect">
            <a:avLst/>
          </a:prstGeom>
          <a:solidFill>
            <a:srgbClr val="0622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6AA0C-3D83-2551-8E8E-AB83ADFE1A88}"/>
              </a:ext>
            </a:extLst>
          </p:cNvPr>
          <p:cNvSpPr/>
          <p:nvPr/>
        </p:nvSpPr>
        <p:spPr>
          <a:xfrm flipV="1">
            <a:off x="-1774290" y="2528603"/>
            <a:ext cx="453789" cy="453789"/>
          </a:xfrm>
          <a:prstGeom prst="rect">
            <a:avLst/>
          </a:prstGeom>
          <a:solidFill>
            <a:srgbClr val="075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9B8880-C195-9019-D2CA-2A0F294535EF}"/>
              </a:ext>
            </a:extLst>
          </p:cNvPr>
          <p:cNvSpPr/>
          <p:nvPr/>
        </p:nvSpPr>
        <p:spPr>
          <a:xfrm flipV="1">
            <a:off x="-1251284" y="2531820"/>
            <a:ext cx="453789" cy="453789"/>
          </a:xfrm>
          <a:prstGeom prst="rect">
            <a:avLst/>
          </a:prstGeom>
          <a:solidFill>
            <a:srgbClr val="06A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6ADD6-456E-CCAB-6C2F-F22541E1668E}"/>
              </a:ext>
            </a:extLst>
          </p:cNvPr>
          <p:cNvSpPr/>
          <p:nvPr/>
        </p:nvSpPr>
        <p:spPr>
          <a:xfrm flipV="1">
            <a:off x="-1251284" y="1992049"/>
            <a:ext cx="453789" cy="453789"/>
          </a:xfrm>
          <a:prstGeom prst="rect">
            <a:avLst/>
          </a:prstGeom>
          <a:solidFill>
            <a:srgbClr val="084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D050FF-52B3-B4D7-ADDD-A61DA951FE1D}"/>
              </a:ext>
            </a:extLst>
          </p:cNvPr>
          <p:cNvSpPr/>
          <p:nvPr/>
        </p:nvSpPr>
        <p:spPr>
          <a:xfrm flipV="1">
            <a:off x="-729237" y="2534974"/>
            <a:ext cx="453789" cy="453789"/>
          </a:xfrm>
          <a:prstGeom prst="rect">
            <a:avLst/>
          </a:prstGeom>
          <a:solidFill>
            <a:srgbClr val="91D6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97E720-5388-E552-9AFD-8DFE2958ACA4}"/>
              </a:ext>
            </a:extLst>
          </p:cNvPr>
          <p:cNvSpPr/>
          <p:nvPr/>
        </p:nvSpPr>
        <p:spPr>
          <a:xfrm flipV="1">
            <a:off x="-1774290" y="1982524"/>
            <a:ext cx="453789" cy="4537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426FF2-957C-8547-9211-EA863105D819}"/>
              </a:ext>
            </a:extLst>
          </p:cNvPr>
          <p:cNvSpPr/>
          <p:nvPr/>
        </p:nvSpPr>
        <p:spPr>
          <a:xfrm flipV="1">
            <a:off x="-729237" y="1992049"/>
            <a:ext cx="453789" cy="453789"/>
          </a:xfrm>
          <a:prstGeom prst="rect">
            <a:avLst/>
          </a:prstGeom>
          <a:solidFill>
            <a:srgbClr val="0B5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21ED5B3E-B0FC-9D93-3AF7-2CD209DD1673}"/>
              </a:ext>
            </a:extLst>
          </p:cNvPr>
          <p:cNvSpPr/>
          <p:nvPr/>
        </p:nvSpPr>
        <p:spPr>
          <a:xfrm>
            <a:off x="1783001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7207F400-AA63-B5DD-534A-BC1C82B43D4D}"/>
              </a:ext>
            </a:extLst>
          </p:cNvPr>
          <p:cNvSpPr/>
          <p:nvPr/>
        </p:nvSpPr>
        <p:spPr>
          <a:xfrm>
            <a:off x="2647593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13DE5AFE-65A6-2036-0937-8C21C88D64B1}"/>
              </a:ext>
            </a:extLst>
          </p:cNvPr>
          <p:cNvSpPr/>
          <p:nvPr/>
        </p:nvSpPr>
        <p:spPr>
          <a:xfrm>
            <a:off x="3512185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E2CDB18B-BB36-E152-D05D-D0C1092EA72E}"/>
              </a:ext>
            </a:extLst>
          </p:cNvPr>
          <p:cNvSpPr/>
          <p:nvPr/>
        </p:nvSpPr>
        <p:spPr>
          <a:xfrm>
            <a:off x="4376777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D8560CB8-3EAE-6DF5-5D8E-1F27A61CFC42}"/>
              </a:ext>
            </a:extLst>
          </p:cNvPr>
          <p:cNvSpPr/>
          <p:nvPr/>
        </p:nvSpPr>
        <p:spPr>
          <a:xfrm>
            <a:off x="5241369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F8DF8B31-9A3E-72CB-7204-7577209457A1}"/>
              </a:ext>
            </a:extLst>
          </p:cNvPr>
          <p:cNvSpPr/>
          <p:nvPr/>
        </p:nvSpPr>
        <p:spPr>
          <a:xfrm>
            <a:off x="6105961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A73AC21B-BDF7-FC54-E31D-4B5B162A3465}"/>
              </a:ext>
            </a:extLst>
          </p:cNvPr>
          <p:cNvSpPr/>
          <p:nvPr/>
        </p:nvSpPr>
        <p:spPr>
          <a:xfrm>
            <a:off x="6970553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53C9E0AF-9478-B61F-0119-1FC2BF206D07}"/>
              </a:ext>
            </a:extLst>
          </p:cNvPr>
          <p:cNvSpPr/>
          <p:nvPr/>
        </p:nvSpPr>
        <p:spPr>
          <a:xfrm>
            <a:off x="7835145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118B8F46-BE00-8291-3D1B-C6E8D7BC1849}"/>
              </a:ext>
            </a:extLst>
          </p:cNvPr>
          <p:cNvSpPr/>
          <p:nvPr/>
        </p:nvSpPr>
        <p:spPr>
          <a:xfrm>
            <a:off x="8699737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7AA64754-6073-910B-06C1-36E12857B5EE}"/>
              </a:ext>
            </a:extLst>
          </p:cNvPr>
          <p:cNvSpPr/>
          <p:nvPr/>
        </p:nvSpPr>
        <p:spPr>
          <a:xfrm>
            <a:off x="9564341" y="2703348"/>
            <a:ext cx="844657" cy="123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/>
            <a:r>
              <a:rPr lang="en-US" sz="8800" b="1">
                <a:solidFill>
                  <a:srgbClr val="91D60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endParaRPr lang="en-IN" sz="8800">
              <a:solidFill>
                <a:srgbClr val="91D60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Dhurandhar_1">
            <a:hlinkClick r:id="" action="ppaction://media"/>
            <a:extLst>
              <a:ext uri="{FF2B5EF4-FFF2-40B4-BE49-F238E27FC236}">
                <a16:creationId xmlns:a16="http://schemas.microsoft.com/office/drawing/2014/main" id="{CA7DA36F-5972-4ECA-4856-B76245FF21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38440" y="61263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38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 advTm="2000">
        <p159:morph option="byObject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431F95-B3B3-C8F4-E379-644581276F47}"/>
              </a:ext>
            </a:extLst>
          </p:cNvPr>
          <p:cNvSpPr/>
          <p:nvPr/>
        </p:nvSpPr>
        <p:spPr>
          <a:xfrm>
            <a:off x="1382222" y="1190846"/>
            <a:ext cx="9427556" cy="5281523"/>
          </a:xfrm>
          <a:prstGeom prst="roundRect">
            <a:avLst>
              <a:gd name="adj" fmla="val 3281"/>
            </a:avLst>
          </a:prstGeom>
          <a:blipFill>
            <a:blip r:embed="rId4"/>
            <a:stretch>
              <a:fillRect/>
            </a:stretch>
          </a:blipFill>
          <a:ln>
            <a:solidFill>
              <a:srgbClr val="075D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Dhurandhar_1">
            <a:hlinkClick r:id="" action="ppaction://media"/>
            <a:extLst>
              <a:ext uri="{FF2B5EF4-FFF2-40B4-BE49-F238E27FC236}">
                <a16:creationId xmlns:a16="http://schemas.microsoft.com/office/drawing/2014/main" id="{1D6BD6EC-9878-43EA-52FD-75DF302805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065440" y="6085019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92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hurandhar_1">
            <a:hlinkClick r:id="" action="ppaction://media"/>
            <a:extLst>
              <a:ext uri="{FF2B5EF4-FFF2-40B4-BE49-F238E27FC236}">
                <a16:creationId xmlns:a16="http://schemas.microsoft.com/office/drawing/2014/main" id="{1D6BD6EC-9878-43EA-52FD-75DF302805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065440" y="6085019"/>
            <a:ext cx="730250" cy="730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23F618-4589-A685-4689-64AEC3E376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226"/>
          <a:stretch>
            <a:fillRect/>
          </a:stretch>
        </p:blipFill>
        <p:spPr>
          <a:xfrm>
            <a:off x="997528" y="1019786"/>
            <a:ext cx="9947564" cy="52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76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3D77CB-C5CE-1C13-457E-65763E48E0D0}"/>
              </a:ext>
            </a:extLst>
          </p:cNvPr>
          <p:cNvSpPr/>
          <p:nvPr/>
        </p:nvSpPr>
        <p:spPr>
          <a:xfrm>
            <a:off x="0" y="0"/>
            <a:ext cx="1218765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7C040-2D98-0F25-7701-F04D9A106E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653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3D972FA-78CC-2445-C19F-A026283D1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074" y="827273"/>
            <a:ext cx="5185570" cy="52034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E6F5E9-AA50-69D0-91EE-C475E8C36ABA}"/>
              </a:ext>
            </a:extLst>
          </p:cNvPr>
          <p:cNvSpPr/>
          <p:nvPr/>
        </p:nvSpPr>
        <p:spPr>
          <a:xfrm>
            <a:off x="0" y="0"/>
            <a:ext cx="12187651" cy="6858000"/>
          </a:xfrm>
          <a:prstGeom prst="rect">
            <a:avLst/>
          </a:prstGeom>
          <a:solidFill>
            <a:srgbClr val="F2E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55869F-97A8-297C-B435-7C06F1D28EF3}"/>
              </a:ext>
            </a:extLst>
          </p:cNvPr>
          <p:cNvSpPr/>
          <p:nvPr/>
        </p:nvSpPr>
        <p:spPr>
          <a:xfrm>
            <a:off x="2399474" y="505328"/>
            <a:ext cx="6202266" cy="6352672"/>
          </a:xfrm>
          <a:prstGeom prst="roundRect">
            <a:avLst>
              <a:gd name="adj" fmla="val 7477"/>
            </a:avLst>
          </a:prstGeom>
          <a:blipFill dpi="0" rotWithShape="1">
            <a:blip r:embed="rId4"/>
            <a:srcRect/>
            <a:stretch>
              <a:fillRect l="-1000" r="-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26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3DFD2-1191-DC8F-6251-F77E70B3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D06131-C0DE-344D-1162-70772F94B7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653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21DF2E6-55A5-2BEE-52EE-B0EBED5E3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074" y="827273"/>
            <a:ext cx="5185570" cy="5203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5E4869-6ECB-2D90-A9B0-BE3DA91042CF}"/>
              </a:ext>
            </a:extLst>
          </p:cNvPr>
          <p:cNvSpPr txBox="1"/>
          <p:nvPr/>
        </p:nvSpPr>
        <p:spPr>
          <a:xfrm>
            <a:off x="4778172" y="3105835"/>
            <a:ext cx="2635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998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739D5AB004E468F2308BBCD7DD9C0" ma:contentTypeVersion="10" ma:contentTypeDescription="Create a new document." ma:contentTypeScope="" ma:versionID="0011a9fda67b4f82dc0d7c4904ac5b14">
  <xsd:schema xmlns:xsd="http://www.w3.org/2001/XMLSchema" xmlns:xs="http://www.w3.org/2001/XMLSchema" xmlns:p="http://schemas.microsoft.com/office/2006/metadata/properties" xmlns:ns3="de3fe8c9-e0ba-4e51-8564-df79a94ffe0c" targetNamespace="http://schemas.microsoft.com/office/2006/metadata/properties" ma:root="true" ma:fieldsID="e8f635ef192c6bd075c527c43a396b06" ns3:_="">
    <xsd:import namespace="de3fe8c9-e0ba-4e51-8564-df79a94ffe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3fe8c9-e0ba-4e51-8564-df79a94ffe0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3fe8c9-e0ba-4e51-8564-df79a94ffe0c" xsi:nil="true"/>
  </documentManagement>
</p:properties>
</file>

<file path=customXml/itemProps1.xml><?xml version="1.0" encoding="utf-8"?>
<ds:datastoreItem xmlns:ds="http://schemas.openxmlformats.org/officeDocument/2006/customXml" ds:itemID="{BBF96D33-F9C2-49D7-9BC0-AB6DF12899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5998C1-69D9-4C76-BC60-C81480A3BAED}">
  <ds:schemaRefs>
    <ds:schemaRef ds:uri="de3fe8c9-e0ba-4e51-8564-df79a94ffe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B87968B-7425-4096-A86C-A9822C7D5540}">
  <ds:schemaRefs>
    <ds:schemaRef ds:uri="http://schemas.microsoft.com/office/infopath/2007/PartnerControls"/>
    <ds:schemaRef ds:uri="http://purl.org/dc/elements/1.1/"/>
    <ds:schemaRef ds:uri="de3fe8c9-e0ba-4e51-8564-df79a94ffe0c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</Words>
  <Application>Microsoft Office PowerPoint</Application>
  <PresentationFormat>Widescreen</PresentationFormat>
  <Paragraphs>379</Paragraphs>
  <Slides>39</Slides>
  <Notes>0</Notes>
  <HiddenSlides>2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Cambria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Pratishtha Avinash Ranjankar</dc:creator>
  <cp:lastModifiedBy>Paresh Pandurang Rane</cp:lastModifiedBy>
  <cp:revision>1</cp:revision>
  <dcterms:created xsi:type="dcterms:W3CDTF">2026-05-22T05:56:43Z</dcterms:created>
  <dcterms:modified xsi:type="dcterms:W3CDTF">2026-07-28T07:38:07Z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0x010100320739D5AB004E468F2308BBCD7DD9C0</vt:lpwstr>
  </property>
</Properties>
</file>