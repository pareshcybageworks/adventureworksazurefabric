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37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Lattice is the agent; AzureFabricMCP is the framework it drives. The claim of the whole deck is on this slide: you describe the design once, and everything downstream is generated and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silent failure. Everyone in the room has shipped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is the product. Plenty of tools generate a pipeline; this one refuses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specs is the entire authored surface. Everything else in the platform is generated from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'how do you keep docs in sync' - you don't, you make the doc the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demo one thing, demo this: break a spec, watch it refuse, read the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Medallion shown here; the same specs express a mesh by declaring domains instead of shared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environment with a workspace, gates and approvers but no workflow used to be invisible. Now it fails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Invoke with /new-data-project. The refusals are the credibility of the whole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came from the repository or the tenant, not from an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slide. It is the one that earns trust in a room of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the demo: scaffold an empty project, then break a spec and let validation refuse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5740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0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5146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in, platform out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AzureFabricMCP framework turns a project brief into a governed, deployed Microsoft Fabric platform — medallion or data mesh.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8920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 stages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81528" y="48920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validation checks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596128" y="48920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platforms delivered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Cybage TechTonic  |  Cloud &amp; Data Practice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go wrong on every Fabric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2578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1810512"/>
            <a:ext cx="329184" cy="329184"/>
          </a:xfrm>
          <a:prstGeom prst="ellipse">
            <a:avLst/>
          </a:prstGeom>
          <a:solidFill>
            <a:srgbClr val="A8703C"/>
          </a:solidFill>
          <a:ln w="12700">
            <a:solidFill>
              <a:srgbClr val="A87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105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restarts from zero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395728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layering, promotion and CI get re-invented on each engagement. The design lives in someone's head, so nothing carries forward.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6208" y="1508760"/>
            <a:ext cx="52578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20256" y="1810512"/>
            <a:ext cx="329184" cy="329184"/>
          </a:xfrm>
          <a:prstGeom prst="ellipse">
            <a:avLst/>
          </a:prstGeom>
          <a:solidFill>
            <a:srgbClr val="A8443B"/>
          </a:solidFill>
          <a:ln w="12700">
            <a:solidFill>
              <a:srgbClr val="A84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20256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18105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failures are silent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0256" y="2395728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bound to a view still publishes. A wrong natural key still loads. An empty visual still renders. Nothing errors — it is simply wrong.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160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is the expensive one. A build that fails loudly costs an hour; a build that succeeds wrongly is found by a stakeholder reading a number that was never true.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move one way, and validation is the only gate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98424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317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39696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78308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468880" y="198424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3317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YAML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70832" y="178308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E8F2F2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70832" y="198424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70832" y="23317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checks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78308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272784" y="198424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23317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generators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74736" y="178308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174736" y="198424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74736" y="23317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OneLake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747504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076688" y="178308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076688" y="198424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076688" y="23317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370832" y="290779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3822192" y="3246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spec stops here. It never becomes a deployed artefact.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397764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78408" y="42245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Deterministic. </a:t>
            </a: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Regenerating is byte-identical, so a hand edit to a generated file cannot survive a pull request.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8408" y="462686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One-directional. </a:t>
            </a: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mirror commits outward only — it is an audit trail of what is deployed, never a way to deploy.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78408" y="5029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Reviewable. </a:t>
            </a: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is a line in a spec file, so it lands in a pull request instead of a conversation.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stages, in dependency order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reads names and types from the ones above it. The order is a dependency chain, not a preference — silver rules written before bronze settles describe tables that get renamed.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956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67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35224" y="1956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2267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10912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157216" y="1956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2267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32904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379208" y="1956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79208" y="2267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4896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601200" y="1956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0" y="2267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2971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13232" y="3099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3410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88920" y="2971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935224" y="3099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935224" y="3410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10912" y="2971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157216" y="3099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157216" y="3410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32904" y="2971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379208" y="3099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79208" y="3410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54896" y="2971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601200" y="30998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0" y="34107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4224528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32688" y="4434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stages  F1 → F5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" y="47548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and storage, then sources, then the medallion layers. Each one produces the names the next one reads.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44768" y="4224528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510528" y="4434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stages  P, D, C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510528" y="47548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reports over gold; monitoring and audit across all layers; CI/CD needs only F1, so it can be wired before any data moves.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STAGE IS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ships three 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1828800"/>
            <a:ext cx="329184" cy="329184"/>
          </a:xfrm>
          <a:prstGeom prst="ellipse">
            <a:avLst/>
          </a:prstGeom>
          <a:solidFill>
            <a:srgbClr val="12707A"/>
          </a:solidFill>
          <a:ln w="12700">
            <a:solidFill>
              <a:srgbClr val="127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3268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39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.schema.json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578608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itself, machine-checked. Not a description of the rule — the thing the validator actually enforces.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828800"/>
            <a:ext cx="329184" cy="329184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1772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139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578608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procedure: what to ask, what to derive, and the exit gate that says when you must refuse to proceed.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36992" y="155448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02752" y="1828800"/>
            <a:ext cx="329184" cy="329184"/>
          </a:xfrm>
          <a:prstGeom prst="ellipse">
            <a:avLst/>
          </a:prstGeom>
          <a:solidFill>
            <a:srgbClr val="BE8B2C"/>
          </a:solidFill>
          <a:ln w="12700">
            <a:solidFill>
              <a:srgbClr val="BE8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02752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05672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805672" y="2139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.yaml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578608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spec whose comments explain the trap each field exists for. Keep the comments.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FF8E8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78408" y="43708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three?  </a:t>
            </a: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that merely describes a rule drifts away from it. Here the template is generated from the same schema the validator enforces, so a field cannot exist in one and be missing from the other.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exists because that mistake actually happened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017520" cy="2377440"/>
          </a:xfrm>
          <a:prstGeom prst="roundRect">
            <a:avLst>
              <a:gd name="adj" fmla="val 2308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43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checks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723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before a line is generated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90448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70248" y="14447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DirectLake model bound to a view  </a:t>
            </a: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fail — it silently falls back to DirectQuery and just gets slower.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904488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70248" y="206654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written as 2.2 meaning 2.2%  </a:t>
            </a: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never fire, so the alert looks configured and never fires.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904488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70248" y="268833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field that no longer exists  </a:t>
            </a: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an empty visual, not a broken one.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904488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70248" y="331012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environment with no deploy path  </a:t>
            </a: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declared, gated and approved — and reached nothing.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announce themselves. That is precisely why they are worth a check rather than a code review.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IT BUILDS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actually moves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21488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780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API, DB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3969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96596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468880" y="21488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4780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landed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70832" y="196596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70832" y="21488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8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70832" y="24780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96596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272784" y="21488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24780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74736" y="196596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174736" y="21488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74736" y="24780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DirectLake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4750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076688" y="196596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076688" y="21488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76688" y="24780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PBIR pages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 —  Delta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81928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 —  T-SQL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370832" y="3017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87952" y="3310128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BEEEC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187952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187952" y="36393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rejects, kept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793207" y="393192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that disappears must be explainable.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34340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BEEEC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978408" y="455371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  </a:t>
            </a: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DirectLake binds to tables, never to views. Point it at a reporting view and nothing errors — it quietly falls back to DirectQuery. The validator refuses it, rather than leaving it to be discovered under demo load.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reviewed artefact, four environments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34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artefacts carry placeholders instead of ids. They resolve at deploy time against whichever workspace is targeted — so the file reviewed in a pull request is the identical file that reaches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32688" y="2194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@@workspace@@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8895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@@lakehouse:lh_raw@@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@@sqlendpoint@@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44568" y="2331720"/>
            <a:ext cx="2286000" cy="1234440"/>
          </a:xfrm>
          <a:prstGeom prst="roundRect">
            <a:avLst>
              <a:gd name="adj" fmla="val 4444"/>
            </a:avLst>
          </a:prstGeom>
          <a:solidFill>
            <a:srgbClr val="E8F2F2"/>
          </a:solidFill>
          <a:ln w="19050">
            <a:solidFill>
              <a:srgbClr val="127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44568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4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deploy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78808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922008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79208" y="1783080"/>
            <a:ext cx="4069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653528" y="1892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070848" y="1911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79208" y="2441448"/>
            <a:ext cx="4069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653528" y="255117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70848" y="2569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qa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79208" y="3099816"/>
            <a:ext cx="4069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53528" y="32095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3227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uat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79208" y="3758184"/>
            <a:ext cx="40690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653528" y="3867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70848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6634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78408" y="4846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declares its own branch in F1, </a:t>
            </a: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branch-to-workspace mapping exists in exactly one place </a:t>
            </a:r>
            <a:r>
              <a:rPr lang="en-US" sz="14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which is what lets validation prove every declared environment actually has a deploy path.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FabricCode</a:t>
            </a: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agent that writes the specs with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78408" y="1737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for your brief first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121408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questionnaire. It reads what you already wrote, then asks only what the brief leaves open — in your vocabulary, three to five at a time, each with a recommendation.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0488" y="150876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601968" y="1737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where you left off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121408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derived from the specs themselves — a stage is unfinished if it still holds placeholders or fails validation. There is no progress file to drift out of step.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refuses to guess four things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4069080"/>
            <a:ext cx="2624328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4279392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key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99432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duplicates versions, or overwrites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9272" y="4069080"/>
            <a:ext cx="2624328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575304" y="4279392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grain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4599432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 is subtly wrong, not obviously broken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71616" y="4069080"/>
            <a:ext cx="2624328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27648" y="4279392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column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4599432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cannot find a column you invented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23960" y="4069080"/>
            <a:ext cx="2624328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079992" y="4279392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history?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079992" y="4599432"/>
            <a:ext cx="216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question, not a technical preference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5961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silent when wrong — which is exactly why a person has to answer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has actually produced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62432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783080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56032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delivered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19272" y="1554480"/>
            <a:ext cx="262432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319272" y="1783080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4000" b="1" dirty="0" err="1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56032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to a deployed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platform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71616" y="1554480"/>
            <a:ext cx="262432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071616" y="1783080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8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00216" y="256032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generated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 specs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23960" y="1554480"/>
            <a:ext cx="262432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823960" y="1783080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56032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run before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code exists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78408" y="38221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estimated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42245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42062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build reconciles exactly: dev and QA produce identical figures, silver to gold, with no manual adjustment.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78408" y="46360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461772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 is byte-identical, so CI can prove that no generated file was edited by hand.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474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52728" y="50292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time is measured from commit history — first commit to a deployed platform across four environments.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2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1911096"/>
            <a:ext cx="329184" cy="329184"/>
          </a:xfrm>
          <a:prstGeom prst="ellipse">
            <a:avLst/>
          </a:prstGeom>
          <a:solidFill>
            <a:srgbClr val="5C6672"/>
          </a:solidFill>
          <a:ln w="12700">
            <a:solidFill>
              <a:srgbClr val="5C6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7830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replace the architect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870448" y="1783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to guess the decisions that need judgement, and it will stop rather than proceed on a guess.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78892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0976" y="3099816"/>
            <a:ext cx="329184" cy="329184"/>
          </a:xfrm>
          <a:prstGeom prst="ellipse">
            <a:avLst/>
          </a:prstGeom>
          <a:solidFill>
            <a:srgbClr val="5C6672"/>
          </a:solidFill>
          <a:ln w="12700">
            <a:solidFill>
              <a:srgbClr val="5C6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50976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27048" y="29718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cover every source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870448" y="29718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source shapes still need work in the bronze stage. The framework makes that work repeatable, not free.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77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blurRad="152400" dist="25400" dir="5400000" algn="bl" rotWithShape="0">
              <a:srgbClr val="1B243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976" y="4288536"/>
            <a:ext cx="329184" cy="329184"/>
          </a:xfrm>
          <a:prstGeom prst="ellipse">
            <a:avLst/>
          </a:prstGeom>
          <a:solidFill>
            <a:srgbClr val="5C6672"/>
          </a:solidFill>
          <a:ln w="12700">
            <a:solidFill>
              <a:srgbClr val="5C6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50976" y="4288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27048" y="41605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proven, not battle-hardened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870448" y="41605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platforms delivered, a fourth in progress. Each new domain still finds assumptions the last one never tested.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this first is what makes the rest credible — the person who finds the limit should not be the first to hear about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087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 once.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945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Code Agent builds the rest.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4612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3246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52928" y="32735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new_project.py --name 06_your-project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9044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9044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39319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/new-data-project  — bring your brief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5628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5628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45902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validate.py --project 06_your-project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2212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E8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52212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52928" y="524865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8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dryrun.py  — no Fabric needed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AzureFabricMCP  |  Cybage TechTonic, Cloud &amp; Data Practice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1544</Words>
  <Application>Microsoft Office PowerPoint</Application>
  <PresentationFormat>Widescreen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Lattice - How the Framework Works</dc:title>
  <dc:subject>PptxGenJS Presentation</dc:subject>
  <dc:creator>Cybage TechTonic</dc:creator>
  <cp:lastModifiedBy>Paresh Pandurang Rane</cp:lastModifiedBy>
  <cp:revision>4</cp:revision>
  <dcterms:created xsi:type="dcterms:W3CDTF">2026-09-03T07:42:10Z</dcterms:created>
  <dcterms:modified xsi:type="dcterms:W3CDTF">2026-09-09T14:42:55Z</dcterms:modified>
</cp:coreProperties>
</file>